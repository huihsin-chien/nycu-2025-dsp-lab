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67" r:id="rId4"/>
    <p:sldId id="260" r:id="rId5"/>
    <p:sldId id="262" r:id="rId6"/>
    <p:sldId id="264" r:id="rId7"/>
    <p:sldId id="265" r:id="rId8"/>
    <p:sldId id="266" r:id="rId9"/>
    <p:sldId id="276" r:id="rId10"/>
    <p:sldId id="268" r:id="rId11"/>
    <p:sldId id="283" r:id="rId12"/>
    <p:sldId id="273" r:id="rId13"/>
    <p:sldId id="277" r:id="rId14"/>
    <p:sldId id="279" r:id="rId15"/>
    <p:sldId id="280" r:id="rId16"/>
    <p:sldId id="281" r:id="rId17"/>
    <p:sldId id="274" r:id="rId18"/>
    <p:sldId id="288" r:id="rId19"/>
    <p:sldId id="285" r:id="rId20"/>
    <p:sldId id="287" r:id="rId21"/>
    <p:sldId id="275" r:id="rId2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A5BA72-87EF-4205-B152-A51DAE8334BB}" v="1470" dt="2025-12-22T12:41:18.671"/>
    <p1510:client id="{85A82156-8AF2-23CE-16F2-398C69875AFC}" v="1354" dt="2025-12-22T12:44:11.631"/>
    <p1510:client id="{E4CEF769-5AB4-3EE6-1A85-289B6BF6BE36}" v="90" dt="2025-12-22T07:35:22.8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惠心 簡" userId="7494a85472f25f00" providerId="LiveId" clId="{4151118C-67CD-42CB-A947-F50F90C04C80}"/>
    <pc:docChg chg="undo redo custSel addSld delSld modSld modMainMaster">
      <pc:chgData name="惠心 簡" userId="7494a85472f25f00" providerId="LiveId" clId="{4151118C-67CD-42CB-A947-F50F90C04C80}" dt="2025-12-22T12:41:18.672" v="2123" actId="207"/>
      <pc:docMkLst>
        <pc:docMk/>
      </pc:docMkLst>
      <pc:sldChg chg="addSp delSp modSp new mod">
        <pc:chgData name="惠心 簡" userId="7494a85472f25f00" providerId="LiveId" clId="{4151118C-67CD-42CB-A947-F50F90C04C80}" dt="2025-12-22T10:40:29.958" v="884" actId="20577"/>
        <pc:sldMkLst>
          <pc:docMk/>
          <pc:sldMk cId="372466574" sldId="256"/>
        </pc:sldMkLst>
        <pc:spChg chg="mod">
          <ac:chgData name="惠心 簡" userId="7494a85472f25f00" providerId="LiveId" clId="{4151118C-67CD-42CB-A947-F50F90C04C80}" dt="2025-12-22T10:40:29.958" v="884" actId="20577"/>
          <ac:spMkLst>
            <pc:docMk/>
            <pc:sldMk cId="372466574" sldId="256"/>
            <ac:spMk id="2" creationId="{3927382C-6B27-69D2-F6D1-25568C79F93B}"/>
          </ac:spMkLst>
        </pc:spChg>
        <pc:spChg chg="mod">
          <ac:chgData name="惠心 簡" userId="7494a85472f25f00" providerId="LiveId" clId="{4151118C-67CD-42CB-A947-F50F90C04C80}" dt="2025-12-22T10:34:25.573" v="830" actId="1076"/>
          <ac:spMkLst>
            <pc:docMk/>
            <pc:sldMk cId="372466574" sldId="256"/>
            <ac:spMk id="3" creationId="{7D9D7A86-F680-5F04-7000-A359C68B8BA9}"/>
          </ac:spMkLst>
        </pc:spChg>
        <pc:spChg chg="add del mod">
          <ac:chgData name="惠心 簡" userId="7494a85472f25f00" providerId="LiveId" clId="{4151118C-67CD-42CB-A947-F50F90C04C80}" dt="2025-12-22T08:45:06.874" v="87" actId="478"/>
          <ac:spMkLst>
            <pc:docMk/>
            <pc:sldMk cId="372466574" sldId="256"/>
            <ac:spMk id="5" creationId="{761861D7-9035-5A63-E5DA-61805554A5E6}"/>
          </ac:spMkLst>
        </pc:spChg>
        <pc:picChg chg="add del mod">
          <ac:chgData name="惠心 簡" userId="7494a85472f25f00" providerId="LiveId" clId="{4151118C-67CD-42CB-A947-F50F90C04C80}" dt="2025-12-22T08:57:39.097" v="370" actId="22"/>
          <ac:picMkLst>
            <pc:docMk/>
            <pc:sldMk cId="372466574" sldId="256"/>
            <ac:picMk id="7" creationId="{B7A1559F-5D65-4C81-D5D7-C16881028793}"/>
          </ac:picMkLst>
        </pc:picChg>
      </pc:sldChg>
      <pc:sldChg chg="new">
        <pc:chgData name="惠心 簡" userId="7494a85472f25f00" providerId="LiveId" clId="{4151118C-67CD-42CB-A947-F50F90C04C80}" dt="2025-12-22T07:26:23.805" v="0" actId="680"/>
        <pc:sldMkLst>
          <pc:docMk/>
          <pc:sldMk cId="3090983690" sldId="256"/>
        </pc:sldMkLst>
      </pc:sldChg>
      <pc:sldChg chg="new del">
        <pc:chgData name="惠心 簡" userId="7494a85472f25f00" providerId="LiveId" clId="{4151118C-67CD-42CB-A947-F50F90C04C80}" dt="2025-12-22T08:37:01.945" v="3" actId="47"/>
        <pc:sldMkLst>
          <pc:docMk/>
          <pc:sldMk cId="1170615972" sldId="257"/>
        </pc:sldMkLst>
      </pc:sldChg>
      <pc:sldChg chg="addSp delSp modSp new mod">
        <pc:chgData name="惠心 簡" userId="7494a85472f25f00" providerId="LiveId" clId="{4151118C-67CD-42CB-A947-F50F90C04C80}" dt="2025-12-22T11:29:53.579" v="1001" actId="1076"/>
        <pc:sldMkLst>
          <pc:docMk/>
          <pc:sldMk cId="1909101499" sldId="257"/>
        </pc:sldMkLst>
        <pc:spChg chg="mod">
          <ac:chgData name="惠心 簡" userId="7494a85472f25f00" providerId="LiveId" clId="{4151118C-67CD-42CB-A947-F50F90C04C80}" dt="2025-12-22T09:01:50.257" v="481" actId="113"/>
          <ac:spMkLst>
            <pc:docMk/>
            <pc:sldMk cId="1909101499" sldId="257"/>
            <ac:spMk id="2" creationId="{1500A461-F024-4635-5F58-84942EB2B9AB}"/>
          </ac:spMkLst>
        </pc:spChg>
        <pc:spChg chg="mod">
          <ac:chgData name="惠心 簡" userId="7494a85472f25f00" providerId="LiveId" clId="{4151118C-67CD-42CB-A947-F50F90C04C80}" dt="2025-12-22T09:01:50.257" v="481" actId="113"/>
          <ac:spMkLst>
            <pc:docMk/>
            <pc:sldMk cId="1909101499" sldId="257"/>
            <ac:spMk id="3" creationId="{8C6F0666-2D8D-2DCA-D3D8-2DD7F807C5D8}"/>
          </ac:spMkLst>
        </pc:spChg>
        <pc:spChg chg="add del">
          <ac:chgData name="惠心 簡" userId="7494a85472f25f00" providerId="LiveId" clId="{4151118C-67CD-42CB-A947-F50F90C04C80}" dt="2025-12-22T08:57:26.546" v="359" actId="22"/>
          <ac:spMkLst>
            <pc:docMk/>
            <pc:sldMk cId="1909101499" sldId="257"/>
            <ac:spMk id="5" creationId="{2CBBD292-D13D-9BFA-7C7B-5319C863807D}"/>
          </ac:spMkLst>
        </pc:spChg>
        <pc:picChg chg="add mod">
          <ac:chgData name="惠心 簡" userId="7494a85472f25f00" providerId="LiveId" clId="{4151118C-67CD-42CB-A947-F50F90C04C80}" dt="2025-12-22T11:29:53.579" v="1001" actId="1076"/>
          <ac:picMkLst>
            <pc:docMk/>
            <pc:sldMk cId="1909101499" sldId="257"/>
            <ac:picMk id="7" creationId="{D27B71BA-9906-E1C1-9CEE-C2EA0D53F727}"/>
          </ac:picMkLst>
        </pc:picChg>
        <pc:picChg chg="add mod">
          <ac:chgData name="惠心 簡" userId="7494a85472f25f00" providerId="LiveId" clId="{4151118C-67CD-42CB-A947-F50F90C04C80}" dt="2025-12-22T08:58:25.936" v="386" actId="1076"/>
          <ac:picMkLst>
            <pc:docMk/>
            <pc:sldMk cId="1909101499" sldId="257"/>
            <ac:picMk id="9" creationId="{F735D040-951B-3183-6CFE-B7C560452DE5}"/>
          </ac:picMkLst>
        </pc:picChg>
      </pc:sldChg>
      <pc:sldChg chg="addSp delSp modSp new del mod">
        <pc:chgData name="惠心 簡" userId="7494a85472f25f00" providerId="LiveId" clId="{4151118C-67CD-42CB-A947-F50F90C04C80}" dt="2025-12-22T08:53:42.273" v="288" actId="47"/>
        <pc:sldMkLst>
          <pc:docMk/>
          <pc:sldMk cId="4282175206" sldId="258"/>
        </pc:sldMkLst>
        <pc:spChg chg="del mod">
          <ac:chgData name="惠心 簡" userId="7494a85472f25f00" providerId="LiveId" clId="{4151118C-67CD-42CB-A947-F50F90C04C80}" dt="2025-12-22T08:50:49.770" v="243" actId="478"/>
          <ac:spMkLst>
            <pc:docMk/>
            <pc:sldMk cId="4282175206" sldId="258"/>
            <ac:spMk id="2" creationId="{716366C1-61C8-505A-4015-FC340FED3D65}"/>
          </ac:spMkLst>
        </pc:spChg>
        <pc:spChg chg="mod">
          <ac:chgData name="惠心 簡" userId="7494a85472f25f00" providerId="LiveId" clId="{4151118C-67CD-42CB-A947-F50F90C04C80}" dt="2025-12-22T08:51:50.466" v="263" actId="1076"/>
          <ac:spMkLst>
            <pc:docMk/>
            <pc:sldMk cId="4282175206" sldId="258"/>
            <ac:spMk id="3" creationId="{FEF5E448-A7D8-C842-3665-8653562387A7}"/>
          </ac:spMkLst>
        </pc:spChg>
        <pc:spChg chg="add del mod">
          <ac:chgData name="惠心 簡" userId="7494a85472f25f00" providerId="LiveId" clId="{4151118C-67CD-42CB-A947-F50F90C04C80}" dt="2025-12-22T08:50:55.740" v="246" actId="478"/>
          <ac:spMkLst>
            <pc:docMk/>
            <pc:sldMk cId="4282175206" sldId="258"/>
            <ac:spMk id="5" creationId="{04C52812-5AB2-DDA7-15F8-08047CC34271}"/>
          </ac:spMkLst>
        </pc:spChg>
        <pc:picChg chg="add mod">
          <ac:chgData name="惠心 簡" userId="7494a85472f25f00" providerId="LiveId" clId="{4151118C-67CD-42CB-A947-F50F90C04C80}" dt="2025-12-22T08:51:53.003" v="264" actId="1076"/>
          <ac:picMkLst>
            <pc:docMk/>
            <pc:sldMk cId="4282175206" sldId="258"/>
            <ac:picMk id="1026" creationId="{A1A8C216-FD3C-6213-A1D7-066DD3B7EDA6}"/>
          </ac:picMkLst>
        </pc:picChg>
      </pc:sldChg>
      <pc:sldChg chg="addSp modSp new del mod">
        <pc:chgData name="惠心 簡" userId="7494a85472f25f00" providerId="LiveId" clId="{4151118C-67CD-42CB-A947-F50F90C04C80}" dt="2025-12-22T11:27:14.537" v="957" actId="47"/>
        <pc:sldMkLst>
          <pc:docMk/>
          <pc:sldMk cId="3932315654" sldId="259"/>
        </pc:sldMkLst>
        <pc:spChg chg="mod">
          <ac:chgData name="惠心 簡" userId="7494a85472f25f00" providerId="LiveId" clId="{4151118C-67CD-42CB-A947-F50F90C04C80}" dt="2025-12-22T10:31:32.064" v="750" actId="113"/>
          <ac:spMkLst>
            <pc:docMk/>
            <pc:sldMk cId="3932315654" sldId="259"/>
            <ac:spMk id="2" creationId="{05945E67-8A14-54CB-FF31-2F5F042EA7F7}"/>
          </ac:spMkLst>
        </pc:spChg>
        <pc:spChg chg="mod">
          <ac:chgData name="惠心 簡" userId="7494a85472f25f00" providerId="LiveId" clId="{4151118C-67CD-42CB-A947-F50F90C04C80}" dt="2025-12-22T10:40:18.177" v="882" actId="20577"/>
          <ac:spMkLst>
            <pc:docMk/>
            <pc:sldMk cId="3932315654" sldId="259"/>
            <ac:spMk id="3" creationId="{73BEBAC0-ADA1-D2E7-A1AD-2DA5330DE986}"/>
          </ac:spMkLst>
        </pc:spChg>
        <pc:picChg chg="add mod">
          <ac:chgData name="惠心 簡" userId="7494a85472f25f00" providerId="LiveId" clId="{4151118C-67CD-42CB-A947-F50F90C04C80}" dt="2025-12-22T10:34:48.325" v="832" actId="1076"/>
          <ac:picMkLst>
            <pc:docMk/>
            <pc:sldMk cId="3932315654" sldId="259"/>
            <ac:picMk id="2050" creationId="{51D60749-96AD-F1F0-E230-EF720EEB075E}"/>
          </ac:picMkLst>
        </pc:picChg>
      </pc:sldChg>
      <pc:sldChg chg="addSp delSp modSp new mod">
        <pc:chgData name="惠心 簡" userId="7494a85472f25f00" providerId="LiveId" clId="{4151118C-67CD-42CB-A947-F50F90C04C80}" dt="2025-12-22T12:37:37.889" v="2096" actId="207"/>
        <pc:sldMkLst>
          <pc:docMk/>
          <pc:sldMk cId="494807127" sldId="260"/>
        </pc:sldMkLst>
        <pc:spChg chg="mod">
          <ac:chgData name="惠心 簡" userId="7494a85472f25f00" providerId="LiveId" clId="{4151118C-67CD-42CB-A947-F50F90C04C80}" dt="2025-12-22T11:29:43.826" v="997" actId="20577"/>
          <ac:spMkLst>
            <pc:docMk/>
            <pc:sldMk cId="494807127" sldId="260"/>
            <ac:spMk id="2" creationId="{D5FC0A97-D3B4-ADD5-12C6-E68515D081C2}"/>
          </ac:spMkLst>
        </pc:spChg>
        <pc:spChg chg="mod">
          <ac:chgData name="惠心 簡" userId="7494a85472f25f00" providerId="LiveId" clId="{4151118C-67CD-42CB-A947-F50F90C04C80}" dt="2025-12-22T12:37:37.889" v="2096" actId="207"/>
          <ac:spMkLst>
            <pc:docMk/>
            <pc:sldMk cId="494807127" sldId="260"/>
            <ac:spMk id="3" creationId="{703F2277-32BE-DF3B-A682-BACF8237620B}"/>
          </ac:spMkLst>
        </pc:spChg>
        <pc:picChg chg="add del mod">
          <ac:chgData name="惠心 簡" userId="7494a85472f25f00" providerId="LiveId" clId="{4151118C-67CD-42CB-A947-F50F90C04C80}" dt="2025-12-22T08:59:19.140" v="405" actId="478"/>
          <ac:picMkLst>
            <pc:docMk/>
            <pc:sldMk cId="494807127" sldId="260"/>
            <ac:picMk id="5" creationId="{2FC103B1-0EC0-8955-48D9-7A121CAF125F}"/>
          </ac:picMkLst>
        </pc:picChg>
        <pc:picChg chg="add mod">
          <ac:chgData name="惠心 簡" userId="7494a85472f25f00" providerId="LiveId" clId="{4151118C-67CD-42CB-A947-F50F90C04C80}" dt="2025-12-22T11:06:25.787" v="892" actId="1076"/>
          <ac:picMkLst>
            <pc:docMk/>
            <pc:sldMk cId="494807127" sldId="260"/>
            <ac:picMk id="7" creationId="{ECF018B8-FC0D-79EE-2DBF-BFB9D3FA278E}"/>
          </ac:picMkLst>
        </pc:picChg>
        <pc:picChg chg="add del mod">
          <ac:chgData name="惠心 簡" userId="7494a85472f25f00" providerId="LiveId" clId="{4151118C-67CD-42CB-A947-F50F90C04C80}" dt="2025-12-22T08:58:47.213" v="389" actId="478"/>
          <ac:picMkLst>
            <pc:docMk/>
            <pc:sldMk cId="494807127" sldId="260"/>
            <ac:picMk id="3074" creationId="{C007C560-5A85-9DBF-7958-933EA4CCFC26}"/>
          </ac:picMkLst>
        </pc:picChg>
      </pc:sldChg>
      <pc:sldChg chg="addSp modSp add del mod">
        <pc:chgData name="惠心 簡" userId="7494a85472f25f00" providerId="LiveId" clId="{4151118C-67CD-42CB-A947-F50F90C04C80}" dt="2025-12-22T10:40:39.866" v="885" actId="47"/>
        <pc:sldMkLst>
          <pc:docMk/>
          <pc:sldMk cId="505883655" sldId="261"/>
        </pc:sldMkLst>
        <pc:spChg chg="add mod">
          <ac:chgData name="惠心 簡" userId="7494a85472f25f00" providerId="LiveId" clId="{4151118C-67CD-42CB-A947-F50F90C04C80}" dt="2025-12-22T08:54:50.492" v="301" actId="20577"/>
          <ac:spMkLst>
            <pc:docMk/>
            <pc:sldMk cId="505883655" sldId="261"/>
            <ac:spMk id="5" creationId="{51B4C3F2-140A-A463-F481-259E69C2BB9B}"/>
          </ac:spMkLst>
        </pc:spChg>
        <pc:picChg chg="mod">
          <ac:chgData name="惠心 簡" userId="7494a85472f25f00" providerId="LiveId" clId="{4151118C-67CD-42CB-A947-F50F90C04C80}" dt="2025-12-22T08:54:02.734" v="291" actId="1076"/>
          <ac:picMkLst>
            <pc:docMk/>
            <pc:sldMk cId="505883655" sldId="261"/>
            <ac:picMk id="2050" creationId="{90E5B270-511E-65BF-8874-26632F932074}"/>
          </ac:picMkLst>
        </pc:picChg>
      </pc:sldChg>
      <pc:sldChg chg="addSp delSp modSp new mod">
        <pc:chgData name="惠心 簡" userId="7494a85472f25f00" providerId="LiveId" clId="{4151118C-67CD-42CB-A947-F50F90C04C80}" dt="2025-12-22T12:37:58.830" v="2098" actId="1076"/>
        <pc:sldMkLst>
          <pc:docMk/>
          <pc:sldMk cId="3022124001" sldId="262"/>
        </pc:sldMkLst>
        <pc:spChg chg="del">
          <ac:chgData name="惠心 簡" userId="7494a85472f25f00" providerId="LiveId" clId="{4151118C-67CD-42CB-A947-F50F90C04C80}" dt="2025-12-22T08:56:10.414" v="346" actId="478"/>
          <ac:spMkLst>
            <pc:docMk/>
            <pc:sldMk cId="3022124001" sldId="262"/>
            <ac:spMk id="2" creationId="{8F459550-AFFB-C33A-0159-8E03D0381160}"/>
          </ac:spMkLst>
        </pc:spChg>
        <pc:spChg chg="mod">
          <ac:chgData name="惠心 簡" userId="7494a85472f25f00" providerId="LiveId" clId="{4151118C-67CD-42CB-A947-F50F90C04C80}" dt="2025-12-22T12:13:20.086" v="1485" actId="27636"/>
          <ac:spMkLst>
            <pc:docMk/>
            <pc:sldMk cId="3022124001" sldId="262"/>
            <ac:spMk id="3" creationId="{F29B52A7-A2C0-2A2D-3BE4-877286B6EBE6}"/>
          </ac:spMkLst>
        </pc:spChg>
        <pc:spChg chg="add mod">
          <ac:chgData name="惠心 簡" userId="7494a85472f25f00" providerId="LiveId" clId="{4151118C-67CD-42CB-A947-F50F90C04C80}" dt="2025-12-22T12:37:58.830" v="2098" actId="1076"/>
          <ac:spMkLst>
            <pc:docMk/>
            <pc:sldMk cId="3022124001" sldId="262"/>
            <ac:spMk id="5" creationId="{9D160555-70B3-17D0-B735-628392530E3A}"/>
          </ac:spMkLst>
        </pc:spChg>
        <pc:spChg chg="add mod">
          <ac:chgData name="惠心 簡" userId="7494a85472f25f00" providerId="LiveId" clId="{4151118C-67CD-42CB-A947-F50F90C04C80}" dt="2025-12-22T11:07:36.693" v="906" actId="1076"/>
          <ac:spMkLst>
            <pc:docMk/>
            <pc:sldMk cId="3022124001" sldId="262"/>
            <ac:spMk id="8" creationId="{B4B9F260-9D1D-6B90-D610-F6D6DDF7F021}"/>
          </ac:spMkLst>
        </pc:spChg>
        <pc:spChg chg="add mod">
          <ac:chgData name="惠心 簡" userId="7494a85472f25f00" providerId="LiveId" clId="{4151118C-67CD-42CB-A947-F50F90C04C80}" dt="2025-12-22T12:37:53.268" v="2097" actId="1076"/>
          <ac:spMkLst>
            <pc:docMk/>
            <pc:sldMk cId="3022124001" sldId="262"/>
            <ac:spMk id="12" creationId="{2C52F368-5CF2-CD2F-D77A-6ED9BDDD2D4C}"/>
          </ac:spMkLst>
        </pc:spChg>
        <pc:spChg chg="add del">
          <ac:chgData name="惠心 簡" userId="7494a85472f25f00" providerId="LiveId" clId="{4151118C-67CD-42CB-A947-F50F90C04C80}" dt="2025-12-22T09:08:23.176" v="562" actId="22"/>
          <ac:spMkLst>
            <pc:docMk/>
            <pc:sldMk cId="3022124001" sldId="262"/>
            <ac:spMk id="14" creationId="{91989844-A548-2C57-29BE-D8EA4B2A41F6}"/>
          </ac:spMkLst>
        </pc:spChg>
        <pc:picChg chg="add mod">
          <ac:chgData name="惠心 簡" userId="7494a85472f25f00" providerId="LiveId" clId="{4151118C-67CD-42CB-A947-F50F90C04C80}" dt="2025-12-22T11:07:33.542" v="905" actId="1076"/>
          <ac:picMkLst>
            <pc:docMk/>
            <pc:sldMk cId="3022124001" sldId="262"/>
            <ac:picMk id="7" creationId="{7ABCA9FA-144D-720D-E68E-B4AC00849276}"/>
          </ac:picMkLst>
        </pc:picChg>
        <pc:picChg chg="add mod">
          <ac:chgData name="惠心 簡" userId="7494a85472f25f00" providerId="LiveId" clId="{4151118C-67CD-42CB-A947-F50F90C04C80}" dt="2025-12-22T11:06:57.724" v="896" actId="1076"/>
          <ac:picMkLst>
            <pc:docMk/>
            <pc:sldMk cId="3022124001" sldId="262"/>
            <ac:picMk id="10" creationId="{3F04F440-4852-C53B-E298-79B4E868D20E}"/>
          </ac:picMkLst>
        </pc:picChg>
        <pc:picChg chg="add mod">
          <ac:chgData name="惠心 簡" userId="7494a85472f25f00" providerId="LiveId" clId="{4151118C-67CD-42CB-A947-F50F90C04C80}" dt="2025-12-22T11:07:18.065" v="902" actId="1076"/>
          <ac:picMkLst>
            <pc:docMk/>
            <pc:sldMk cId="3022124001" sldId="262"/>
            <ac:picMk id="16" creationId="{54029182-79D4-7D2F-8BE9-6400AF28F3C4}"/>
          </ac:picMkLst>
        </pc:picChg>
      </pc:sldChg>
      <pc:sldChg chg="addSp modSp new del mod">
        <pc:chgData name="惠心 簡" userId="7494a85472f25f00" providerId="LiveId" clId="{4151118C-67CD-42CB-A947-F50F90C04C80}" dt="2025-12-22T09:19:36.609" v="739" actId="47"/>
        <pc:sldMkLst>
          <pc:docMk/>
          <pc:sldMk cId="4167741319" sldId="263"/>
        </pc:sldMkLst>
        <pc:spChg chg="mod">
          <ac:chgData name="惠心 簡" userId="7494a85472f25f00" providerId="LiveId" clId="{4151118C-67CD-42CB-A947-F50F90C04C80}" dt="2025-12-22T09:10:02.946" v="640" actId="20577"/>
          <ac:spMkLst>
            <pc:docMk/>
            <pc:sldMk cId="4167741319" sldId="263"/>
            <ac:spMk id="2" creationId="{F98DA3E2-2F93-6906-ED85-1A29F05C6BF0}"/>
          </ac:spMkLst>
        </pc:spChg>
        <pc:spChg chg="mod">
          <ac:chgData name="惠心 簡" userId="7494a85472f25f00" providerId="LiveId" clId="{4151118C-67CD-42CB-A947-F50F90C04C80}" dt="2025-12-22T09:10:31.521" v="641"/>
          <ac:spMkLst>
            <pc:docMk/>
            <pc:sldMk cId="4167741319" sldId="263"/>
            <ac:spMk id="3" creationId="{F8E355C0-7B13-90A2-BB79-1C72D5364F73}"/>
          </ac:spMkLst>
        </pc:spChg>
        <pc:picChg chg="add mod">
          <ac:chgData name="惠心 簡" userId="7494a85472f25f00" providerId="LiveId" clId="{4151118C-67CD-42CB-A947-F50F90C04C80}" dt="2025-12-22T09:11:56.085" v="644" actId="962"/>
          <ac:picMkLst>
            <pc:docMk/>
            <pc:sldMk cId="4167741319" sldId="263"/>
            <ac:picMk id="5" creationId="{322AEA10-669E-3C51-F48A-694D4C69F85E}"/>
          </ac:picMkLst>
        </pc:picChg>
      </pc:sldChg>
      <pc:sldChg chg="addSp delSp modSp new mod">
        <pc:chgData name="惠心 簡" userId="7494a85472f25f00" providerId="LiveId" clId="{4151118C-67CD-42CB-A947-F50F90C04C80}" dt="2025-12-22T12:38:06.422" v="2099" actId="1076"/>
        <pc:sldMkLst>
          <pc:docMk/>
          <pc:sldMk cId="1815934994" sldId="264"/>
        </pc:sldMkLst>
        <pc:spChg chg="mod">
          <ac:chgData name="惠心 簡" userId="7494a85472f25f00" providerId="LiveId" clId="{4151118C-67CD-42CB-A947-F50F90C04C80}" dt="2025-12-22T11:08:10.959" v="915" actId="113"/>
          <ac:spMkLst>
            <pc:docMk/>
            <pc:sldMk cId="1815934994" sldId="264"/>
            <ac:spMk id="2" creationId="{8B2D4681-6172-C068-DC56-F06071F8C6D1}"/>
          </ac:spMkLst>
        </pc:spChg>
        <pc:spChg chg="del">
          <ac:chgData name="惠心 簡" userId="7494a85472f25f00" providerId="LiveId" clId="{4151118C-67CD-42CB-A947-F50F90C04C80}" dt="2025-12-22T09:12:57.427" v="648" actId="931"/>
          <ac:spMkLst>
            <pc:docMk/>
            <pc:sldMk cId="1815934994" sldId="264"/>
            <ac:spMk id="3" creationId="{422C1D00-4AF9-A18B-5511-072B543ADCCB}"/>
          </ac:spMkLst>
        </pc:spChg>
        <pc:spChg chg="add del mod">
          <ac:chgData name="惠心 簡" userId="7494a85472f25f00" providerId="LiveId" clId="{4151118C-67CD-42CB-A947-F50F90C04C80}" dt="2025-12-22T09:16:09.642" v="708" actId="478"/>
          <ac:spMkLst>
            <pc:docMk/>
            <pc:sldMk cId="1815934994" sldId="264"/>
            <ac:spMk id="8" creationId="{AFB848A7-4631-D05B-121E-9E7CD12F6CD3}"/>
          </ac:spMkLst>
        </pc:spChg>
        <pc:spChg chg="add mod">
          <ac:chgData name="惠心 簡" userId="7494a85472f25f00" providerId="LiveId" clId="{4151118C-67CD-42CB-A947-F50F90C04C80}" dt="2025-12-22T11:27:42.396" v="960" actId="207"/>
          <ac:spMkLst>
            <pc:docMk/>
            <pc:sldMk cId="1815934994" sldId="264"/>
            <ac:spMk id="10" creationId="{BFAF48F8-B549-E73F-4DDB-98C19CF3E14E}"/>
          </ac:spMkLst>
        </pc:spChg>
        <pc:spChg chg="add mod">
          <ac:chgData name="惠心 簡" userId="7494a85472f25f00" providerId="LiveId" clId="{4151118C-67CD-42CB-A947-F50F90C04C80}" dt="2025-12-22T12:38:06.422" v="2099" actId="1076"/>
          <ac:spMkLst>
            <pc:docMk/>
            <pc:sldMk cId="1815934994" sldId="264"/>
            <ac:spMk id="12" creationId="{0D2CCDB9-4106-7602-C096-79C988A26427}"/>
          </ac:spMkLst>
        </pc:spChg>
        <pc:spChg chg="add mod">
          <ac:chgData name="惠心 簡" userId="7494a85472f25f00" providerId="LiveId" clId="{4151118C-67CD-42CB-A947-F50F90C04C80}" dt="2025-12-22T11:28:07.294" v="964" actId="1076"/>
          <ac:spMkLst>
            <pc:docMk/>
            <pc:sldMk cId="1815934994" sldId="264"/>
            <ac:spMk id="14" creationId="{FF0BCEA3-C418-4CFB-7703-47C40542BCE4}"/>
          </ac:spMkLst>
        </pc:spChg>
        <pc:spChg chg="add del">
          <ac:chgData name="惠心 簡" userId="7494a85472f25f00" providerId="LiveId" clId="{4151118C-67CD-42CB-A947-F50F90C04C80}" dt="2025-12-22T09:17:05.100" v="729" actId="22"/>
          <ac:spMkLst>
            <pc:docMk/>
            <pc:sldMk cId="1815934994" sldId="264"/>
            <ac:spMk id="16" creationId="{4F1C4246-4C4E-277F-FA11-5831D68C41A7}"/>
          </ac:spMkLst>
        </pc:spChg>
        <pc:spChg chg="add del mod">
          <ac:chgData name="惠心 簡" userId="7494a85472f25f00" providerId="LiveId" clId="{4151118C-67CD-42CB-A947-F50F90C04C80}" dt="2025-12-22T11:28:46.847" v="965" actId="1076"/>
          <ac:spMkLst>
            <pc:docMk/>
            <pc:sldMk cId="1815934994" sldId="264"/>
            <ac:spMk id="18" creationId="{4F445733-99EF-926D-2BC9-C0D26F236A87}"/>
          </ac:spMkLst>
        </pc:spChg>
        <pc:picChg chg="add del mod">
          <ac:chgData name="惠心 簡" userId="7494a85472f25f00" providerId="LiveId" clId="{4151118C-67CD-42CB-A947-F50F90C04C80}" dt="2025-12-22T09:13:01.227" v="652" actId="478"/>
          <ac:picMkLst>
            <pc:docMk/>
            <pc:sldMk cId="1815934994" sldId="264"/>
            <ac:picMk id="4" creationId="{0141AACF-B09F-49BA-B120-DC2FFCCED160}"/>
          </ac:picMkLst>
        </pc:picChg>
        <pc:picChg chg="add mod modCrop">
          <ac:chgData name="惠心 簡" userId="7494a85472f25f00" providerId="LiveId" clId="{4151118C-67CD-42CB-A947-F50F90C04C80}" dt="2025-12-22T11:08:08.007" v="914" actId="732"/>
          <ac:picMkLst>
            <pc:docMk/>
            <pc:sldMk cId="1815934994" sldId="264"/>
            <ac:picMk id="6" creationId="{A2679FE8-006B-69D7-A542-7A4CCC137ED1}"/>
          </ac:picMkLst>
        </pc:picChg>
      </pc:sldChg>
      <pc:sldChg chg="modSp new mod">
        <pc:chgData name="惠心 簡" userId="7494a85472f25f00" providerId="LiveId" clId="{4151118C-67CD-42CB-A947-F50F90C04C80}" dt="2025-12-22T11:30:10.428" v="1016" actId="20577"/>
        <pc:sldMkLst>
          <pc:docMk/>
          <pc:sldMk cId="534708709" sldId="265"/>
        </pc:sldMkLst>
        <pc:spChg chg="mod">
          <ac:chgData name="惠心 簡" userId="7494a85472f25f00" providerId="LiveId" clId="{4151118C-67CD-42CB-A947-F50F90C04C80}" dt="2025-12-22T11:10:07.158" v="936" actId="113"/>
          <ac:spMkLst>
            <pc:docMk/>
            <pc:sldMk cId="534708709" sldId="265"/>
            <ac:spMk id="2" creationId="{DFE269BB-C2DF-089F-B992-6C86AFC2262B}"/>
          </ac:spMkLst>
        </pc:spChg>
        <pc:spChg chg="mod">
          <ac:chgData name="惠心 簡" userId="7494a85472f25f00" providerId="LiveId" clId="{4151118C-67CD-42CB-A947-F50F90C04C80}" dt="2025-12-22T11:30:10.428" v="1016" actId="20577"/>
          <ac:spMkLst>
            <pc:docMk/>
            <pc:sldMk cId="534708709" sldId="265"/>
            <ac:spMk id="3" creationId="{25B38C26-7136-3E61-2F04-F24A76A22B3F}"/>
          </ac:spMkLst>
        </pc:spChg>
      </pc:sldChg>
      <pc:sldChg chg="modSp new mod">
        <pc:chgData name="惠心 簡" userId="7494a85472f25f00" providerId="LiveId" clId="{4151118C-67CD-42CB-A947-F50F90C04C80}" dt="2025-12-22T12:14:32.881" v="1495" actId="207"/>
        <pc:sldMkLst>
          <pc:docMk/>
          <pc:sldMk cId="1729743057" sldId="266"/>
        </pc:sldMkLst>
        <pc:spChg chg="mod">
          <ac:chgData name="惠心 簡" userId="7494a85472f25f00" providerId="LiveId" clId="{4151118C-67CD-42CB-A947-F50F90C04C80}" dt="2025-12-22T12:14:14.236" v="1492" actId="207"/>
          <ac:spMkLst>
            <pc:docMk/>
            <pc:sldMk cId="1729743057" sldId="266"/>
            <ac:spMk id="2" creationId="{83F4B7AF-3363-BAA0-0EA3-C1D345637909}"/>
          </ac:spMkLst>
        </pc:spChg>
        <pc:spChg chg="mod">
          <ac:chgData name="惠心 簡" userId="7494a85472f25f00" providerId="LiveId" clId="{4151118C-67CD-42CB-A947-F50F90C04C80}" dt="2025-12-22T12:14:32.881" v="1495" actId="207"/>
          <ac:spMkLst>
            <pc:docMk/>
            <pc:sldMk cId="1729743057" sldId="266"/>
            <ac:spMk id="3" creationId="{7FC8D942-1D64-6C78-BEB6-880B7B77B9F9}"/>
          </ac:spMkLst>
        </pc:spChg>
        <pc:picChg chg="mod">
          <ac:chgData name="惠心 簡" userId="7494a85472f25f00" providerId="LiveId" clId="{4151118C-67CD-42CB-A947-F50F90C04C80}" dt="2025-12-22T11:10:38.199" v="949" actId="1076"/>
          <ac:picMkLst>
            <pc:docMk/>
            <pc:sldMk cId="1729743057" sldId="266"/>
            <ac:picMk id="5" creationId="{D17607DC-8E2D-4C8A-9E34-30ABE4208148}"/>
          </ac:picMkLst>
        </pc:picChg>
      </pc:sldChg>
      <pc:sldChg chg="addSp modSp add mod modAnim">
        <pc:chgData name="惠心 簡" userId="7494a85472f25f00" providerId="LiveId" clId="{4151118C-67CD-42CB-A947-F50F90C04C80}" dt="2025-12-22T11:29:47.316" v="1000" actId="20577"/>
        <pc:sldMkLst>
          <pc:docMk/>
          <pc:sldMk cId="2936545139" sldId="267"/>
        </pc:sldMkLst>
        <pc:spChg chg="mod">
          <ac:chgData name="惠心 簡" userId="7494a85472f25f00" providerId="LiveId" clId="{4151118C-67CD-42CB-A947-F50F90C04C80}" dt="2025-12-22T11:29:47.316" v="1000" actId="20577"/>
          <ac:spMkLst>
            <pc:docMk/>
            <pc:sldMk cId="2936545139" sldId="267"/>
            <ac:spMk id="2" creationId="{740C622D-C409-BB07-46FC-5293D98B8413}"/>
          </ac:spMkLst>
        </pc:spChg>
        <pc:spChg chg="mod">
          <ac:chgData name="惠心 簡" userId="7494a85472f25f00" providerId="LiveId" clId="{4151118C-67CD-42CB-A947-F50F90C04C80}" dt="2025-12-22T10:40:21.527" v="883" actId="20577"/>
          <ac:spMkLst>
            <pc:docMk/>
            <pc:sldMk cId="2936545139" sldId="267"/>
            <ac:spMk id="3" creationId="{F5F91127-3D53-B043-26EA-6C53E1AD3CC3}"/>
          </ac:spMkLst>
        </pc:spChg>
        <pc:spChg chg="add mod">
          <ac:chgData name="惠心 簡" userId="7494a85472f25f00" providerId="LiveId" clId="{4151118C-67CD-42CB-A947-F50F90C04C80}" dt="2025-12-22T10:40:07.447" v="881" actId="1076"/>
          <ac:spMkLst>
            <pc:docMk/>
            <pc:sldMk cId="2936545139" sldId="267"/>
            <ac:spMk id="4" creationId="{71CC7DD9-F4AA-AEA5-2CBE-88D23FB7B8A9}"/>
          </ac:spMkLst>
        </pc:spChg>
      </pc:sldChg>
      <pc:sldChg chg="addSp delSp modSp mod modNotesTx">
        <pc:chgData name="惠心 簡" userId="7494a85472f25f00" providerId="LiveId" clId="{4151118C-67CD-42CB-A947-F50F90C04C80}" dt="2025-12-22T12:19:01.872" v="1550" actId="1076"/>
        <pc:sldMkLst>
          <pc:docMk/>
          <pc:sldMk cId="854565508" sldId="268"/>
        </pc:sldMkLst>
        <pc:spChg chg="mod">
          <ac:chgData name="惠心 簡" userId="7494a85472f25f00" providerId="LiveId" clId="{4151118C-67CD-42CB-A947-F50F90C04C80}" dt="2025-12-22T11:29:32.766" v="989" actId="5793"/>
          <ac:spMkLst>
            <pc:docMk/>
            <pc:sldMk cId="854565508" sldId="268"/>
            <ac:spMk id="2" creationId="{C09C5231-C18B-3E35-BDC5-347FE90F120B}"/>
          </ac:spMkLst>
        </pc:spChg>
        <pc:spChg chg="mod">
          <ac:chgData name="惠心 簡" userId="7494a85472f25f00" providerId="LiveId" clId="{4151118C-67CD-42CB-A947-F50F90C04C80}" dt="2025-12-22T12:12:26.405" v="1480" actId="1076"/>
          <ac:spMkLst>
            <pc:docMk/>
            <pc:sldMk cId="854565508" sldId="268"/>
            <ac:spMk id="3" creationId="{8DF289CF-5F62-FEEC-488C-CE6A63A3E5BF}"/>
          </ac:spMkLst>
        </pc:spChg>
        <pc:spChg chg="add del">
          <ac:chgData name="惠心 簡" userId="7494a85472f25f00" providerId="LiveId" clId="{4151118C-67CD-42CB-A947-F50F90C04C80}" dt="2025-12-22T11:42:48.574" v="1076" actId="478"/>
          <ac:spMkLst>
            <pc:docMk/>
            <pc:sldMk cId="854565508" sldId="268"/>
            <ac:spMk id="4" creationId="{57A5E0BF-1A92-0AAD-7702-11B4E7B7A622}"/>
          </ac:spMkLst>
        </pc:spChg>
        <pc:spChg chg="add del mod">
          <ac:chgData name="惠心 簡" userId="7494a85472f25f00" providerId="LiveId" clId="{4151118C-67CD-42CB-A947-F50F90C04C80}" dt="2025-12-22T11:42:46.678" v="1075" actId="478"/>
          <ac:spMkLst>
            <pc:docMk/>
            <pc:sldMk cId="854565508" sldId="268"/>
            <ac:spMk id="5" creationId="{DA18753D-E517-0D6E-37F3-5EDA5BD04938}"/>
          </ac:spMkLst>
        </pc:spChg>
        <pc:spChg chg="add del mod">
          <ac:chgData name="惠心 簡" userId="7494a85472f25f00" providerId="LiveId" clId="{4151118C-67CD-42CB-A947-F50F90C04C80}" dt="2025-12-22T11:42:57.983" v="1081" actId="478"/>
          <ac:spMkLst>
            <pc:docMk/>
            <pc:sldMk cId="854565508" sldId="268"/>
            <ac:spMk id="6" creationId="{2D5DE5EE-48DD-8CBD-648D-AB9689F362E5}"/>
          </ac:spMkLst>
        </pc:spChg>
        <pc:spChg chg="add del mod">
          <ac:chgData name="惠心 簡" userId="7494a85472f25f00" providerId="LiveId" clId="{4151118C-67CD-42CB-A947-F50F90C04C80}" dt="2025-12-22T11:42:55.597" v="1079" actId="478"/>
          <ac:spMkLst>
            <pc:docMk/>
            <pc:sldMk cId="854565508" sldId="268"/>
            <ac:spMk id="7" creationId="{4A8926DE-35A7-1175-D22B-369799D53F5F}"/>
          </ac:spMkLst>
        </pc:spChg>
        <pc:spChg chg="add del mod">
          <ac:chgData name="惠心 簡" userId="7494a85472f25f00" providerId="LiveId" clId="{4151118C-67CD-42CB-A947-F50F90C04C80}" dt="2025-12-22T11:42:53.648" v="1078" actId="478"/>
          <ac:spMkLst>
            <pc:docMk/>
            <pc:sldMk cId="854565508" sldId="268"/>
            <ac:spMk id="8" creationId="{D9EAE3F1-8740-C297-29C8-64B7B90D1822}"/>
          </ac:spMkLst>
        </pc:spChg>
        <pc:spChg chg="add del mod">
          <ac:chgData name="惠心 簡" userId="7494a85472f25f00" providerId="LiveId" clId="{4151118C-67CD-42CB-A947-F50F90C04C80}" dt="2025-12-22T11:42:51.229" v="1077" actId="478"/>
          <ac:spMkLst>
            <pc:docMk/>
            <pc:sldMk cId="854565508" sldId="268"/>
            <ac:spMk id="9" creationId="{55A972F6-8F80-BD96-6CDD-520DDA3ED934}"/>
          </ac:spMkLst>
        </pc:spChg>
        <pc:picChg chg="add mod">
          <ac:chgData name="惠心 簡" userId="7494a85472f25f00" providerId="LiveId" clId="{4151118C-67CD-42CB-A947-F50F90C04C80}" dt="2025-12-22T12:19:01.872" v="1550" actId="1076"/>
          <ac:picMkLst>
            <pc:docMk/>
            <pc:sldMk cId="854565508" sldId="268"/>
            <ac:picMk id="11" creationId="{9F96C29C-AC10-0410-6AEB-EC24AAA0D952}"/>
          </ac:picMkLst>
        </pc:picChg>
      </pc:sldChg>
      <pc:sldChg chg="modSp del mod">
        <pc:chgData name="惠心 簡" userId="7494a85472f25f00" providerId="LiveId" clId="{4151118C-67CD-42CB-A947-F50F90C04C80}" dt="2025-12-22T12:17:15.703" v="1526" actId="47"/>
        <pc:sldMkLst>
          <pc:docMk/>
          <pc:sldMk cId="668182194" sldId="269"/>
        </pc:sldMkLst>
        <pc:spChg chg="mod">
          <ac:chgData name="惠心 簡" userId="7494a85472f25f00" providerId="LiveId" clId="{4151118C-67CD-42CB-A947-F50F90C04C80}" dt="2025-12-22T11:35:36.747" v="1043" actId="113"/>
          <ac:spMkLst>
            <pc:docMk/>
            <pc:sldMk cId="668182194" sldId="269"/>
            <ac:spMk id="2" creationId="{05773EB5-089D-1AAB-31C5-3B6986637310}"/>
          </ac:spMkLst>
        </pc:spChg>
      </pc:sldChg>
      <pc:sldChg chg="modSp del mod">
        <pc:chgData name="惠心 簡" userId="7494a85472f25f00" providerId="LiveId" clId="{4151118C-67CD-42CB-A947-F50F90C04C80}" dt="2025-12-22T12:34:34.395" v="1908" actId="47"/>
        <pc:sldMkLst>
          <pc:docMk/>
          <pc:sldMk cId="3668153234" sldId="270"/>
        </pc:sldMkLst>
        <pc:spChg chg="mod">
          <ac:chgData name="惠心 簡" userId="7494a85472f25f00" providerId="LiveId" clId="{4151118C-67CD-42CB-A947-F50F90C04C80}" dt="2025-12-22T12:18:34.276" v="1539" actId="113"/>
          <ac:spMkLst>
            <pc:docMk/>
            <pc:sldMk cId="3668153234" sldId="270"/>
            <ac:spMk id="2" creationId="{BE0C35F0-D25E-3A77-0A99-D7FC03FD3F78}"/>
          </ac:spMkLst>
        </pc:spChg>
      </pc:sldChg>
      <pc:sldChg chg="modSp del mod">
        <pc:chgData name="惠心 簡" userId="7494a85472f25f00" providerId="LiveId" clId="{4151118C-67CD-42CB-A947-F50F90C04C80}" dt="2025-12-22T12:34:34.395" v="1908" actId="47"/>
        <pc:sldMkLst>
          <pc:docMk/>
          <pc:sldMk cId="3670477795" sldId="271"/>
        </pc:sldMkLst>
        <pc:spChg chg="mod">
          <ac:chgData name="惠心 簡" userId="7494a85472f25f00" providerId="LiveId" clId="{4151118C-67CD-42CB-A947-F50F90C04C80}" dt="2025-12-22T12:18:41.424" v="1543" actId="20577"/>
          <ac:spMkLst>
            <pc:docMk/>
            <pc:sldMk cId="3670477795" sldId="271"/>
            <ac:spMk id="3" creationId="{D7722480-AB9E-2D79-83AF-DE045E6AC060}"/>
          </ac:spMkLst>
        </pc:spChg>
        <pc:spChg chg="mod">
          <ac:chgData name="惠心 簡" userId="7494a85472f25f00" providerId="LiveId" clId="{4151118C-67CD-42CB-A947-F50F90C04C80}" dt="2025-12-22T12:18:48.984" v="1549" actId="20577"/>
          <ac:spMkLst>
            <pc:docMk/>
            <pc:sldMk cId="3670477795" sldId="271"/>
            <ac:spMk id="6" creationId="{786B59A9-EF0E-BAF3-307B-EE071582B6F4}"/>
          </ac:spMkLst>
        </pc:spChg>
      </pc:sldChg>
      <pc:sldChg chg="modSp del mod">
        <pc:chgData name="惠心 簡" userId="7494a85472f25f00" providerId="LiveId" clId="{4151118C-67CD-42CB-A947-F50F90C04C80}" dt="2025-12-22T12:34:34.395" v="1908" actId="47"/>
        <pc:sldMkLst>
          <pc:docMk/>
          <pc:sldMk cId="1914189959" sldId="272"/>
        </pc:sldMkLst>
        <pc:spChg chg="mod">
          <ac:chgData name="惠心 簡" userId="7494a85472f25f00" providerId="LiveId" clId="{4151118C-67CD-42CB-A947-F50F90C04C80}" dt="2025-12-22T12:19:30.696" v="1554" actId="20577"/>
          <ac:spMkLst>
            <pc:docMk/>
            <pc:sldMk cId="1914189959" sldId="272"/>
            <ac:spMk id="3" creationId="{97D6EACE-F557-8643-BCB7-DD85004EC850}"/>
          </ac:spMkLst>
        </pc:spChg>
      </pc:sldChg>
      <pc:sldChg chg="modSp mod">
        <pc:chgData name="惠心 簡" userId="7494a85472f25f00" providerId="LiveId" clId="{4151118C-67CD-42CB-A947-F50F90C04C80}" dt="2025-12-22T12:40:52.873" v="2121" actId="20577"/>
        <pc:sldMkLst>
          <pc:docMk/>
          <pc:sldMk cId="1108530638" sldId="273"/>
        </pc:sldMkLst>
        <pc:spChg chg="mod">
          <ac:chgData name="惠心 簡" userId="7494a85472f25f00" providerId="LiveId" clId="{4151118C-67CD-42CB-A947-F50F90C04C80}" dt="2025-12-22T12:40:52.873" v="2121" actId="20577"/>
          <ac:spMkLst>
            <pc:docMk/>
            <pc:sldMk cId="1108530638" sldId="273"/>
            <ac:spMk id="2" creationId="{A257BD0E-0263-AB16-BDEF-50F54A835068}"/>
          </ac:spMkLst>
        </pc:spChg>
        <pc:spChg chg="mod">
          <ac:chgData name="惠心 簡" userId="7494a85472f25f00" providerId="LiveId" clId="{4151118C-67CD-42CB-A947-F50F90C04C80}" dt="2025-12-22T11:34:34.202" v="1042" actId="12"/>
          <ac:spMkLst>
            <pc:docMk/>
            <pc:sldMk cId="1108530638" sldId="273"/>
            <ac:spMk id="3" creationId="{77CA9526-593B-A369-10C4-B299D7E5F5B2}"/>
          </ac:spMkLst>
        </pc:spChg>
      </pc:sldChg>
      <pc:sldChg chg="addSp delSp modSp mod">
        <pc:chgData name="惠心 簡" userId="7494a85472f25f00" providerId="LiveId" clId="{4151118C-67CD-42CB-A947-F50F90C04C80}" dt="2025-12-22T12:35:37.133" v="1934" actId="113"/>
        <pc:sldMkLst>
          <pc:docMk/>
          <pc:sldMk cId="1652799402" sldId="274"/>
        </pc:sldMkLst>
        <pc:spChg chg="mod">
          <ac:chgData name="惠心 簡" userId="7494a85472f25f00" providerId="LiveId" clId="{4151118C-67CD-42CB-A947-F50F90C04C80}" dt="2025-12-22T12:35:28.638" v="1933" actId="20577"/>
          <ac:spMkLst>
            <pc:docMk/>
            <pc:sldMk cId="1652799402" sldId="274"/>
            <ac:spMk id="2" creationId="{2DB4C3CC-81C3-BB43-131C-C0A7C9DB11C2}"/>
          </ac:spMkLst>
        </pc:spChg>
        <pc:spChg chg="del">
          <ac:chgData name="惠心 簡" userId="7494a85472f25f00" providerId="LiveId" clId="{4151118C-67CD-42CB-A947-F50F90C04C80}" dt="2025-12-22T12:24:29.212" v="1751"/>
          <ac:spMkLst>
            <pc:docMk/>
            <pc:sldMk cId="1652799402" sldId="274"/>
            <ac:spMk id="3" creationId="{CB063319-CB61-86B0-8305-09C6DD74F95D}"/>
          </ac:spMkLst>
        </pc:spChg>
        <pc:spChg chg="mod">
          <ac:chgData name="惠心 簡" userId="7494a85472f25f00" providerId="LiveId" clId="{4151118C-67CD-42CB-A947-F50F90C04C80}" dt="2025-12-22T12:35:37.133" v="1934" actId="113"/>
          <ac:spMkLst>
            <pc:docMk/>
            <pc:sldMk cId="1652799402" sldId="274"/>
            <ac:spMk id="4" creationId="{AA392CED-585A-95D1-8F3F-7945E896C9DA}"/>
          </ac:spMkLst>
        </pc:spChg>
        <pc:picChg chg="add mod modCrop">
          <ac:chgData name="惠心 簡" userId="7494a85472f25f00" providerId="LiveId" clId="{4151118C-67CD-42CB-A947-F50F90C04C80}" dt="2025-12-22T12:29:52.283" v="1834" actId="1076"/>
          <ac:picMkLst>
            <pc:docMk/>
            <pc:sldMk cId="1652799402" sldId="274"/>
            <ac:picMk id="5" creationId="{E3FC8782-B300-5858-66E5-9684FEAA93D1}"/>
          </ac:picMkLst>
        </pc:picChg>
        <pc:picChg chg="add mod modCrop">
          <ac:chgData name="惠心 簡" userId="7494a85472f25f00" providerId="LiveId" clId="{4151118C-67CD-42CB-A947-F50F90C04C80}" dt="2025-12-22T12:29:51.073" v="1833" actId="1076"/>
          <ac:picMkLst>
            <pc:docMk/>
            <pc:sldMk cId="1652799402" sldId="274"/>
            <ac:picMk id="7" creationId="{27202B5B-442C-8865-677F-4FB0C943A1C7}"/>
          </ac:picMkLst>
        </pc:picChg>
      </pc:sldChg>
      <pc:sldChg chg="modSp mod">
        <pc:chgData name="惠心 簡" userId="7494a85472f25f00" providerId="LiveId" clId="{4151118C-67CD-42CB-A947-F50F90C04C80}" dt="2025-12-22T12:41:18.672" v="2123" actId="207"/>
        <pc:sldMkLst>
          <pc:docMk/>
          <pc:sldMk cId="2375708706" sldId="275"/>
        </pc:sldMkLst>
        <pc:spChg chg="mod">
          <ac:chgData name="惠心 簡" userId="7494a85472f25f00" providerId="LiveId" clId="{4151118C-67CD-42CB-A947-F50F90C04C80}" dt="2025-12-22T12:39:42.366" v="2111" actId="113"/>
          <ac:spMkLst>
            <pc:docMk/>
            <pc:sldMk cId="2375708706" sldId="275"/>
            <ac:spMk id="2" creationId="{6376533A-CCED-0151-E8BA-ECC37DA87A89}"/>
          </ac:spMkLst>
        </pc:spChg>
        <pc:spChg chg="mod">
          <ac:chgData name="惠心 簡" userId="7494a85472f25f00" providerId="LiveId" clId="{4151118C-67CD-42CB-A947-F50F90C04C80}" dt="2025-12-22T12:41:18.672" v="2123" actId="207"/>
          <ac:spMkLst>
            <pc:docMk/>
            <pc:sldMk cId="2375708706" sldId="275"/>
            <ac:spMk id="3" creationId="{A2C272EE-103F-6E35-E559-E4E03C0A4EAC}"/>
          </ac:spMkLst>
        </pc:spChg>
      </pc:sldChg>
      <pc:sldChg chg="addSp modSp mod">
        <pc:chgData name="惠心 簡" userId="7494a85472f25f00" providerId="LiveId" clId="{4151118C-67CD-42CB-A947-F50F90C04C80}" dt="2025-12-22T12:38:21.363" v="2100" actId="14100"/>
        <pc:sldMkLst>
          <pc:docMk/>
          <pc:sldMk cId="1043175618" sldId="276"/>
        </pc:sldMkLst>
        <pc:spChg chg="mod">
          <ac:chgData name="惠心 簡" userId="7494a85472f25f00" providerId="LiveId" clId="{4151118C-67CD-42CB-A947-F50F90C04C80}" dt="2025-12-22T12:15:38.938" v="1511" actId="113"/>
          <ac:spMkLst>
            <pc:docMk/>
            <pc:sldMk cId="1043175618" sldId="276"/>
            <ac:spMk id="2" creationId="{CE237D12-B4EA-6AF3-A66A-82E8AD9871FD}"/>
          </ac:spMkLst>
        </pc:spChg>
        <pc:spChg chg="add mod ord">
          <ac:chgData name="惠心 簡" userId="7494a85472f25f00" providerId="LiveId" clId="{4151118C-67CD-42CB-A947-F50F90C04C80}" dt="2025-12-22T12:38:21.363" v="2100" actId="14100"/>
          <ac:spMkLst>
            <pc:docMk/>
            <pc:sldMk cId="1043175618" sldId="276"/>
            <ac:spMk id="5" creationId="{D2A2578C-CFFF-4601-4332-667675A47083}"/>
          </ac:spMkLst>
        </pc:spChg>
        <pc:picChg chg="mod modCrop">
          <ac:chgData name="惠心 簡" userId="7494a85472f25f00" providerId="LiveId" clId="{4151118C-67CD-42CB-A947-F50F90C04C80}" dt="2025-12-22T12:15:35.515" v="1510" actId="1076"/>
          <ac:picMkLst>
            <pc:docMk/>
            <pc:sldMk cId="1043175618" sldId="276"/>
            <ac:picMk id="4" creationId="{DDBE92E8-EC5A-93F2-2561-199FECA85B7F}"/>
          </ac:picMkLst>
        </pc:picChg>
      </pc:sldChg>
      <pc:sldChg chg="modSp mod">
        <pc:chgData name="惠心 簡" userId="7494a85472f25f00" providerId="LiveId" clId="{4151118C-67CD-42CB-A947-F50F90C04C80}" dt="2025-12-22T12:40:04.267" v="2112" actId="113"/>
        <pc:sldMkLst>
          <pc:docMk/>
          <pc:sldMk cId="1824452086" sldId="277"/>
        </pc:sldMkLst>
        <pc:spChg chg="mod">
          <ac:chgData name="惠心 簡" userId="7494a85472f25f00" providerId="LiveId" clId="{4151118C-67CD-42CB-A947-F50F90C04C80}" dt="2025-12-22T12:40:04.267" v="2112" actId="113"/>
          <ac:spMkLst>
            <pc:docMk/>
            <pc:sldMk cId="1824452086" sldId="277"/>
            <ac:spMk id="2" creationId="{C60AD952-2466-4600-814A-73B5EF05DCA8}"/>
          </ac:spMkLst>
        </pc:spChg>
        <pc:picChg chg="mod">
          <ac:chgData name="惠心 簡" userId="7494a85472f25f00" providerId="LiveId" clId="{4151118C-67CD-42CB-A947-F50F90C04C80}" dt="2025-12-22T12:12:48.393" v="1482" actId="1076"/>
          <ac:picMkLst>
            <pc:docMk/>
            <pc:sldMk cId="1824452086" sldId="277"/>
            <ac:picMk id="19" creationId="{6FE24D16-CA16-4A06-A510-9D5CE9304453}"/>
          </ac:picMkLst>
        </pc:picChg>
        <pc:cxnChg chg="mod">
          <ac:chgData name="惠心 簡" userId="7494a85472f25f00" providerId="LiveId" clId="{4151118C-67CD-42CB-A947-F50F90C04C80}" dt="2025-12-22T12:16:58.197" v="1525" actId="1582"/>
          <ac:cxnSpMkLst>
            <pc:docMk/>
            <pc:sldMk cId="1824452086" sldId="277"/>
            <ac:cxnSpMk id="4" creationId="{86C7EC5C-A74E-CDC4-8719-6ED902926D83}"/>
          </ac:cxnSpMkLst>
        </pc:cxnChg>
      </pc:sldChg>
      <pc:sldChg chg="addSp delSp modSp mod">
        <pc:chgData name="惠心 簡" userId="7494a85472f25f00" providerId="LiveId" clId="{4151118C-67CD-42CB-A947-F50F90C04C80}" dt="2025-12-22T12:02:42.601" v="1305" actId="1076"/>
        <pc:sldMkLst>
          <pc:docMk/>
          <pc:sldMk cId="3684442570" sldId="278"/>
        </pc:sldMkLst>
        <pc:spChg chg="add del mod">
          <ac:chgData name="惠心 簡" userId="7494a85472f25f00" providerId="LiveId" clId="{4151118C-67CD-42CB-A947-F50F90C04C80}" dt="2025-12-22T11:50:46.347" v="1161"/>
          <ac:spMkLst>
            <pc:docMk/>
            <pc:sldMk cId="3684442570" sldId="278"/>
            <ac:spMk id="5" creationId="{A150D2BB-F1D8-CB0B-F807-8F7BF9525BD0}"/>
          </ac:spMkLst>
        </pc:spChg>
        <pc:picChg chg="del mod">
          <ac:chgData name="惠心 簡" userId="7494a85472f25f00" providerId="LiveId" clId="{4151118C-67CD-42CB-A947-F50F90C04C80}" dt="2025-12-22T11:47:51.842" v="1160" actId="478"/>
          <ac:picMkLst>
            <pc:docMk/>
            <pc:sldMk cId="3684442570" sldId="278"/>
            <ac:picMk id="4" creationId="{9EC7E495-6C07-4D85-25D8-33A70525870B}"/>
          </ac:picMkLst>
        </pc:picChg>
        <pc:picChg chg="add mod modCrop">
          <ac:chgData name="惠心 簡" userId="7494a85472f25f00" providerId="LiveId" clId="{4151118C-67CD-42CB-A947-F50F90C04C80}" dt="2025-12-22T12:02:42.601" v="1305" actId="1076"/>
          <ac:picMkLst>
            <pc:docMk/>
            <pc:sldMk cId="3684442570" sldId="278"/>
            <ac:picMk id="7" creationId="{C64B421C-7F80-99F6-834B-AA40CA53BEA8}"/>
          </ac:picMkLst>
        </pc:picChg>
        <pc:picChg chg="add mod modCrop">
          <ac:chgData name="惠心 簡" userId="7494a85472f25f00" providerId="LiveId" clId="{4151118C-67CD-42CB-A947-F50F90C04C80}" dt="2025-12-22T12:02:28.429" v="1297" actId="1076"/>
          <ac:picMkLst>
            <pc:docMk/>
            <pc:sldMk cId="3684442570" sldId="278"/>
            <ac:picMk id="9" creationId="{6FE24D16-CA16-4A06-A510-9D5CE9304453}"/>
          </ac:picMkLst>
        </pc:picChg>
        <pc:picChg chg="add mod modCrop">
          <ac:chgData name="惠心 簡" userId="7494a85472f25f00" providerId="LiveId" clId="{4151118C-67CD-42CB-A947-F50F90C04C80}" dt="2025-12-22T12:02:26.236" v="1296" actId="1076"/>
          <ac:picMkLst>
            <pc:docMk/>
            <pc:sldMk cId="3684442570" sldId="278"/>
            <ac:picMk id="11" creationId="{A38DBE85-F34A-5BD2-EE08-028399AD3650}"/>
          </ac:picMkLst>
        </pc:picChg>
        <pc:picChg chg="add mod modCrop">
          <ac:chgData name="惠心 簡" userId="7494a85472f25f00" providerId="LiveId" clId="{4151118C-67CD-42CB-A947-F50F90C04C80}" dt="2025-12-22T12:02:36.415" v="1302" actId="1076"/>
          <ac:picMkLst>
            <pc:docMk/>
            <pc:sldMk cId="3684442570" sldId="278"/>
            <ac:picMk id="13" creationId="{7C4BF38A-74AD-84FB-6227-4F2F498FC84F}"/>
          </ac:picMkLst>
        </pc:picChg>
      </pc:sldChg>
      <pc:sldChg chg="modSp mod">
        <pc:chgData name="惠心 簡" userId="7494a85472f25f00" providerId="LiveId" clId="{4151118C-67CD-42CB-A947-F50F90C04C80}" dt="2025-12-22T12:40:07.584" v="2114" actId="113"/>
        <pc:sldMkLst>
          <pc:docMk/>
          <pc:sldMk cId="4209610739" sldId="279"/>
        </pc:sldMkLst>
        <pc:spChg chg="mod">
          <ac:chgData name="惠心 簡" userId="7494a85472f25f00" providerId="LiveId" clId="{4151118C-67CD-42CB-A947-F50F90C04C80}" dt="2025-12-22T12:40:07.584" v="2114" actId="113"/>
          <ac:spMkLst>
            <pc:docMk/>
            <pc:sldMk cId="4209610739" sldId="279"/>
            <ac:spMk id="2" creationId="{F538BDA1-F2BF-D532-3C55-53CBECA8FD93}"/>
          </ac:spMkLst>
        </pc:spChg>
      </pc:sldChg>
      <pc:sldChg chg="modSp mod">
        <pc:chgData name="惠心 簡" userId="7494a85472f25f00" providerId="LiveId" clId="{4151118C-67CD-42CB-A947-F50F90C04C80}" dt="2025-12-22T12:40:09.891" v="2115" actId="113"/>
        <pc:sldMkLst>
          <pc:docMk/>
          <pc:sldMk cId="1780153288" sldId="280"/>
        </pc:sldMkLst>
        <pc:spChg chg="mod">
          <ac:chgData name="惠心 簡" userId="7494a85472f25f00" providerId="LiveId" clId="{4151118C-67CD-42CB-A947-F50F90C04C80}" dt="2025-12-22T12:40:09.891" v="2115" actId="113"/>
          <ac:spMkLst>
            <pc:docMk/>
            <pc:sldMk cId="1780153288" sldId="280"/>
            <ac:spMk id="2" creationId="{BC904486-E8E4-787F-A00D-DC582FD8ABE2}"/>
          </ac:spMkLst>
        </pc:spChg>
      </pc:sldChg>
      <pc:sldChg chg="modSp mod">
        <pc:chgData name="惠心 簡" userId="7494a85472f25f00" providerId="LiveId" clId="{4151118C-67CD-42CB-A947-F50F90C04C80}" dt="2025-12-22T12:40:12.088" v="2116" actId="113"/>
        <pc:sldMkLst>
          <pc:docMk/>
          <pc:sldMk cId="3431147877" sldId="281"/>
        </pc:sldMkLst>
        <pc:spChg chg="mod">
          <ac:chgData name="惠心 簡" userId="7494a85472f25f00" providerId="LiveId" clId="{4151118C-67CD-42CB-A947-F50F90C04C80}" dt="2025-12-22T12:40:12.088" v="2116" actId="113"/>
          <ac:spMkLst>
            <pc:docMk/>
            <pc:sldMk cId="3431147877" sldId="281"/>
            <ac:spMk id="2" creationId="{1FE804BE-1C9E-0A9B-E623-9165D7744D44}"/>
          </ac:spMkLst>
        </pc:spChg>
      </pc:sldChg>
      <pc:sldChg chg="addSp delSp modSp new mod">
        <pc:chgData name="惠心 簡" userId="7494a85472f25f00" providerId="LiveId" clId="{4151118C-67CD-42CB-A947-F50F90C04C80}" dt="2025-12-22T12:16:31.218" v="1522" actId="20577"/>
        <pc:sldMkLst>
          <pc:docMk/>
          <pc:sldMk cId="1188053497" sldId="283"/>
        </pc:sldMkLst>
        <pc:spChg chg="mod">
          <ac:chgData name="惠心 簡" userId="7494a85472f25f00" providerId="LiveId" clId="{4151118C-67CD-42CB-A947-F50F90C04C80}" dt="2025-12-22T12:15:50.576" v="1512" actId="113"/>
          <ac:spMkLst>
            <pc:docMk/>
            <pc:sldMk cId="1188053497" sldId="283"/>
            <ac:spMk id="2" creationId="{4ADA7EA6-9736-6ED0-DB9F-F51CD77CF926}"/>
          </ac:spMkLst>
        </pc:spChg>
        <pc:spChg chg="del">
          <ac:chgData name="惠心 簡" userId="7494a85472f25f00" providerId="LiveId" clId="{4151118C-67CD-42CB-A947-F50F90C04C80}" dt="2025-12-22T12:04:06.018" v="1339" actId="478"/>
          <ac:spMkLst>
            <pc:docMk/>
            <pc:sldMk cId="1188053497" sldId="283"/>
            <ac:spMk id="3" creationId="{218DCB96-1540-C229-7092-1011DFE0CAA4}"/>
          </ac:spMkLst>
        </pc:spChg>
        <pc:spChg chg="add mod">
          <ac:chgData name="惠心 簡" userId="7494a85472f25f00" providerId="LiveId" clId="{4151118C-67CD-42CB-A947-F50F90C04C80}" dt="2025-12-22T12:10:50.952" v="1469" actId="2711"/>
          <ac:spMkLst>
            <pc:docMk/>
            <pc:sldMk cId="1188053497" sldId="283"/>
            <ac:spMk id="4" creationId="{F0638EBD-5CA9-4728-CD3D-BCA43ED0F260}"/>
          </ac:spMkLst>
        </pc:spChg>
        <pc:spChg chg="add mod">
          <ac:chgData name="惠心 簡" userId="7494a85472f25f00" providerId="LiveId" clId="{4151118C-67CD-42CB-A947-F50F90C04C80}" dt="2025-12-22T12:16:31.218" v="1522" actId="20577"/>
          <ac:spMkLst>
            <pc:docMk/>
            <pc:sldMk cId="1188053497" sldId="283"/>
            <ac:spMk id="5" creationId="{2841AC9D-E302-8E5A-1504-4C75DBCBFEAC}"/>
          </ac:spMkLst>
        </pc:spChg>
        <pc:spChg chg="add mod">
          <ac:chgData name="惠心 簡" userId="7494a85472f25f00" providerId="LiveId" clId="{4151118C-67CD-42CB-A947-F50F90C04C80}" dt="2025-12-22T12:11:08.477" v="1471" actId="113"/>
          <ac:spMkLst>
            <pc:docMk/>
            <pc:sldMk cId="1188053497" sldId="283"/>
            <ac:spMk id="6" creationId="{25142D09-0E78-C8EB-BF24-084A35E03867}"/>
          </ac:spMkLst>
        </pc:spChg>
        <pc:spChg chg="add mod">
          <ac:chgData name="惠心 簡" userId="7494a85472f25f00" providerId="LiveId" clId="{4151118C-67CD-42CB-A947-F50F90C04C80}" dt="2025-12-22T12:11:40.695" v="1474" actId="1076"/>
          <ac:spMkLst>
            <pc:docMk/>
            <pc:sldMk cId="1188053497" sldId="283"/>
            <ac:spMk id="7" creationId="{C957C371-490C-95F0-E79C-86589E5E036C}"/>
          </ac:spMkLst>
        </pc:spChg>
        <pc:spChg chg="add mod">
          <ac:chgData name="惠心 簡" userId="7494a85472f25f00" providerId="LiveId" clId="{4151118C-67CD-42CB-A947-F50F90C04C80}" dt="2025-12-22T12:10:58.353" v="1470" actId="2711"/>
          <ac:spMkLst>
            <pc:docMk/>
            <pc:sldMk cId="1188053497" sldId="283"/>
            <ac:spMk id="19" creationId="{146E4135-A6E6-693D-F8DA-530A79EA74A9}"/>
          </ac:spMkLst>
        </pc:spChg>
        <pc:spChg chg="add mod">
          <ac:chgData name="惠心 簡" userId="7494a85472f25f00" providerId="LiveId" clId="{4151118C-67CD-42CB-A947-F50F90C04C80}" dt="2025-12-22T12:11:15.961" v="1472" actId="14100"/>
          <ac:spMkLst>
            <pc:docMk/>
            <pc:sldMk cId="1188053497" sldId="283"/>
            <ac:spMk id="21" creationId="{A3A48FCB-AB88-ABF7-21D3-7E7A08B3796D}"/>
          </ac:spMkLst>
        </pc:spChg>
        <pc:spChg chg="add mod">
          <ac:chgData name="惠心 簡" userId="7494a85472f25f00" providerId="LiveId" clId="{4151118C-67CD-42CB-A947-F50F90C04C80}" dt="2025-12-22T12:10:58.353" v="1470" actId="2711"/>
          <ac:spMkLst>
            <pc:docMk/>
            <pc:sldMk cId="1188053497" sldId="283"/>
            <ac:spMk id="22" creationId="{0DA68128-9E6A-A75A-046A-B07BABA3696B}"/>
          </ac:spMkLst>
        </pc:spChg>
        <pc:cxnChg chg="add mod">
          <ac:chgData name="惠心 簡" userId="7494a85472f25f00" providerId="LiveId" clId="{4151118C-67CD-42CB-A947-F50F90C04C80}" dt="2025-12-22T12:16:15.536" v="1518" actId="14100"/>
          <ac:cxnSpMkLst>
            <pc:docMk/>
            <pc:sldMk cId="1188053497" sldId="283"/>
            <ac:cxnSpMk id="9" creationId="{3F2D5416-59DF-637D-603D-704E58853789}"/>
          </ac:cxnSpMkLst>
        </pc:cxnChg>
        <pc:cxnChg chg="add mod">
          <ac:chgData name="惠心 簡" userId="7494a85472f25f00" providerId="LiveId" clId="{4151118C-67CD-42CB-A947-F50F90C04C80}" dt="2025-12-22T12:15:57.227" v="1513" actId="14100"/>
          <ac:cxnSpMkLst>
            <pc:docMk/>
            <pc:sldMk cId="1188053497" sldId="283"/>
            <ac:cxnSpMk id="10" creationId="{D0980D8D-6A41-9DD9-073D-6C01E71BC43B}"/>
          </ac:cxnSpMkLst>
        </pc:cxnChg>
        <pc:cxnChg chg="add mod">
          <ac:chgData name="惠心 簡" userId="7494a85472f25f00" providerId="LiveId" clId="{4151118C-67CD-42CB-A947-F50F90C04C80}" dt="2025-12-22T12:11:21.502" v="1473" actId="14100"/>
          <ac:cxnSpMkLst>
            <pc:docMk/>
            <pc:sldMk cId="1188053497" sldId="283"/>
            <ac:cxnSpMk id="12" creationId="{7E81D38D-08F6-1ADE-0863-5DF4C2AB687A}"/>
          </ac:cxnSpMkLst>
        </pc:cxnChg>
        <pc:cxnChg chg="add mod">
          <ac:chgData name="惠心 簡" userId="7494a85472f25f00" providerId="LiveId" clId="{4151118C-67CD-42CB-A947-F50F90C04C80}" dt="2025-12-22T12:08:36.998" v="1449"/>
          <ac:cxnSpMkLst>
            <pc:docMk/>
            <pc:sldMk cId="1188053497" sldId="283"/>
            <ac:cxnSpMk id="20" creationId="{F45DEEAC-23C0-5C7A-39CE-D1CDED2B6D7C}"/>
          </ac:cxnSpMkLst>
        </pc:cxnChg>
      </pc:sldChg>
      <pc:sldChg chg="addSp delSp modSp new mod">
        <pc:chgData name="惠心 簡" userId="7494a85472f25f00" providerId="LiveId" clId="{4151118C-67CD-42CB-A947-F50F90C04C80}" dt="2025-12-22T12:35:46.366" v="1937" actId="207"/>
        <pc:sldMkLst>
          <pc:docMk/>
          <pc:sldMk cId="3367705579" sldId="284"/>
        </pc:sldMkLst>
        <pc:spChg chg="mod">
          <ac:chgData name="惠心 簡" userId="7494a85472f25f00" providerId="LiveId" clId="{4151118C-67CD-42CB-A947-F50F90C04C80}" dt="2025-12-22T12:35:46.366" v="1937" actId="207"/>
          <ac:spMkLst>
            <pc:docMk/>
            <pc:sldMk cId="3367705579" sldId="284"/>
            <ac:spMk id="2" creationId="{31A7B86D-29F9-08E2-A4CF-1A0CCD2FB64B}"/>
          </ac:spMkLst>
        </pc:spChg>
        <pc:spChg chg="del">
          <ac:chgData name="惠心 簡" userId="7494a85472f25f00" providerId="LiveId" clId="{4151118C-67CD-42CB-A947-F50F90C04C80}" dt="2025-12-22T12:30:00.477" v="1836"/>
          <ac:spMkLst>
            <pc:docMk/>
            <pc:sldMk cId="3367705579" sldId="284"/>
            <ac:spMk id="3" creationId="{7B21C6B6-48A6-7C4C-35FE-588859CCF7FB}"/>
          </ac:spMkLst>
        </pc:spChg>
        <pc:picChg chg="add mod modCrop">
          <ac:chgData name="惠心 簡" userId="7494a85472f25f00" providerId="LiveId" clId="{4151118C-67CD-42CB-A947-F50F90C04C80}" dt="2025-12-22T12:32:56.214" v="1881" actId="1076"/>
          <ac:picMkLst>
            <pc:docMk/>
            <pc:sldMk cId="3367705579" sldId="284"/>
            <ac:picMk id="5" creationId="{3608DEE1-F9ED-7A39-1EC4-9605003F0EF8}"/>
          </ac:picMkLst>
        </pc:picChg>
        <pc:picChg chg="add mod modCrop">
          <ac:chgData name="惠心 簡" userId="7494a85472f25f00" providerId="LiveId" clId="{4151118C-67CD-42CB-A947-F50F90C04C80}" dt="2025-12-22T12:32:55.042" v="1880" actId="1076"/>
          <ac:picMkLst>
            <pc:docMk/>
            <pc:sldMk cId="3367705579" sldId="284"/>
            <ac:picMk id="6" creationId="{65310C21-2B16-073A-9653-7D412E7C7E53}"/>
          </ac:picMkLst>
        </pc:picChg>
        <pc:picChg chg="add mod">
          <ac:chgData name="惠心 簡" userId="7494a85472f25f00" providerId="LiveId" clId="{4151118C-67CD-42CB-A947-F50F90C04C80}" dt="2025-12-22T12:33:04.908" v="1887" actId="1076"/>
          <ac:picMkLst>
            <pc:docMk/>
            <pc:sldMk cId="3367705579" sldId="284"/>
            <ac:picMk id="7" creationId="{F9026645-75CD-2571-3043-39728B3B6290}"/>
          </ac:picMkLst>
        </pc:picChg>
        <pc:picChg chg="add mod">
          <ac:chgData name="惠心 簡" userId="7494a85472f25f00" providerId="LiveId" clId="{4151118C-67CD-42CB-A947-F50F90C04C80}" dt="2025-12-22T12:33:06.296" v="1888" actId="1076"/>
          <ac:picMkLst>
            <pc:docMk/>
            <pc:sldMk cId="3367705579" sldId="284"/>
            <ac:picMk id="8" creationId="{89925077-D455-7D3C-7614-17907A8EFC6B}"/>
          </ac:picMkLst>
        </pc:picChg>
      </pc:sldChg>
      <pc:sldChg chg="addSp delSp modSp new mod">
        <pc:chgData name="惠心 簡" userId="7494a85472f25f00" providerId="LiveId" clId="{4151118C-67CD-42CB-A947-F50F90C04C80}" dt="2025-12-22T12:34:24.811" v="1907" actId="1076"/>
        <pc:sldMkLst>
          <pc:docMk/>
          <pc:sldMk cId="3205274761" sldId="285"/>
        </pc:sldMkLst>
        <pc:spChg chg="del">
          <ac:chgData name="惠心 簡" userId="7494a85472f25f00" providerId="LiveId" clId="{4151118C-67CD-42CB-A947-F50F90C04C80}" dt="2025-12-22T12:33:18.317" v="1890"/>
          <ac:spMkLst>
            <pc:docMk/>
            <pc:sldMk cId="3205274761" sldId="285"/>
            <ac:spMk id="3" creationId="{FC6DD9F7-2CA7-25BE-B30F-373F3C06445A}"/>
          </ac:spMkLst>
        </pc:spChg>
        <pc:picChg chg="add mod">
          <ac:chgData name="惠心 簡" userId="7494a85472f25f00" providerId="LiveId" clId="{4151118C-67CD-42CB-A947-F50F90C04C80}" dt="2025-12-22T12:34:23.029" v="1905" actId="1076"/>
          <ac:picMkLst>
            <pc:docMk/>
            <pc:sldMk cId="3205274761" sldId="285"/>
            <ac:picMk id="5" creationId="{4BF41E39-0D6C-0AE1-2B1A-063C8E80F05A}"/>
          </ac:picMkLst>
        </pc:picChg>
        <pc:picChg chg="add mod">
          <ac:chgData name="惠心 簡" userId="7494a85472f25f00" providerId="LiveId" clId="{4151118C-67CD-42CB-A947-F50F90C04C80}" dt="2025-12-22T12:34:24.811" v="1907" actId="1076"/>
          <ac:picMkLst>
            <pc:docMk/>
            <pc:sldMk cId="3205274761" sldId="285"/>
            <ac:picMk id="6" creationId="{7234703D-C41F-A647-F1C3-2F35D9451218}"/>
          </ac:picMkLst>
        </pc:picChg>
      </pc:sldChg>
      <pc:sldChg chg="new del">
        <pc:chgData name="惠心 簡" userId="7494a85472f25f00" providerId="LiveId" clId="{4151118C-67CD-42CB-A947-F50F90C04C80}" dt="2025-12-22T12:35:53.850" v="1938" actId="47"/>
        <pc:sldMkLst>
          <pc:docMk/>
          <pc:sldMk cId="3862279256" sldId="286"/>
        </pc:sldMkLst>
      </pc:sldChg>
      <pc:sldChg chg="delSp modSp new mod">
        <pc:chgData name="惠心 簡" userId="7494a85472f25f00" providerId="LiveId" clId="{4151118C-67CD-42CB-A947-F50F90C04C80}" dt="2025-12-22T12:40:39.300" v="2118" actId="1076"/>
        <pc:sldMkLst>
          <pc:docMk/>
          <pc:sldMk cId="917130286" sldId="287"/>
        </pc:sldMkLst>
        <pc:spChg chg="mod">
          <ac:chgData name="惠心 簡" userId="7494a85472f25f00" providerId="LiveId" clId="{4151118C-67CD-42CB-A947-F50F90C04C80}" dt="2025-12-22T12:40:39.300" v="2118" actId="1076"/>
          <ac:spMkLst>
            <pc:docMk/>
            <pc:sldMk cId="917130286" sldId="287"/>
            <ac:spMk id="2" creationId="{07383B94-8BBF-13BF-2620-DFE40FA8D0E9}"/>
          </ac:spMkLst>
        </pc:spChg>
        <pc:spChg chg="del">
          <ac:chgData name="惠心 簡" userId="7494a85472f25f00" providerId="LiveId" clId="{4151118C-67CD-42CB-A947-F50F90C04C80}" dt="2025-12-22T12:35:56.285" v="1939" actId="478"/>
          <ac:spMkLst>
            <pc:docMk/>
            <pc:sldMk cId="917130286" sldId="287"/>
            <ac:spMk id="3" creationId="{E9EE9BCB-3666-840C-8220-72121067CC3C}"/>
          </ac:spMkLst>
        </pc:spChg>
      </pc:sldChg>
      <pc:sldChg chg="modSp add mod">
        <pc:chgData name="惠心 簡" userId="7494a85472f25f00" providerId="LiveId" clId="{4151118C-67CD-42CB-A947-F50F90C04C80}" dt="2025-12-22T12:39:25.278" v="2108" actId="20577"/>
        <pc:sldMkLst>
          <pc:docMk/>
          <pc:sldMk cId="4031285954" sldId="288"/>
        </pc:sldMkLst>
        <pc:spChg chg="mod">
          <ac:chgData name="惠心 簡" userId="7494a85472f25f00" providerId="LiveId" clId="{4151118C-67CD-42CB-A947-F50F90C04C80}" dt="2025-12-22T12:39:25.278" v="2108" actId="20577"/>
          <ac:spMkLst>
            <pc:docMk/>
            <pc:sldMk cId="4031285954" sldId="288"/>
            <ac:spMk id="4" creationId="{C551EB08-629F-D790-8587-47C64E2C180A}"/>
          </ac:spMkLst>
        </pc:spChg>
      </pc:sldChg>
      <pc:sldChg chg="new del">
        <pc:chgData name="惠心 簡" userId="7494a85472f25f00" providerId="LiveId" clId="{4151118C-67CD-42CB-A947-F50F90C04C80}" dt="2025-12-22T12:35:02.180" v="1915" actId="680"/>
        <pc:sldMkLst>
          <pc:docMk/>
          <pc:sldMk cId="4093766661" sldId="288"/>
        </pc:sldMkLst>
      </pc:sldChg>
      <pc:sldMasterChg chg="modSp setBg modSldLayout">
        <pc:chgData name="惠心 簡" userId="7494a85472f25f00" providerId="LiveId" clId="{4151118C-67CD-42CB-A947-F50F90C04C80}" dt="2025-12-22T08:42:35.741" v="8" actId="207"/>
        <pc:sldMasterMkLst>
          <pc:docMk/>
          <pc:sldMasterMk cId="1311708276" sldId="2147483660"/>
        </pc:sldMasterMkLst>
        <pc:spChg chg="mod">
          <ac:chgData name="惠心 簡" userId="7494a85472f25f00" providerId="LiveId" clId="{4151118C-67CD-42CB-A947-F50F90C04C80}" dt="2025-12-22T08:42:35.741" v="8" actId="207"/>
          <ac:spMkLst>
            <pc:docMk/>
            <pc:sldMasterMk cId="1311708276" sldId="2147483660"/>
            <ac:spMk id="2" creationId="{2FCA8C33-7243-606D-14C6-C3080E178733}"/>
          </ac:spMkLst>
        </pc:spChg>
        <pc:spChg chg="mod">
          <ac:chgData name="惠心 簡" userId="7494a85472f25f00" providerId="LiveId" clId="{4151118C-67CD-42CB-A947-F50F90C04C80}" dt="2025-12-22T08:42:35.741" v="8" actId="207"/>
          <ac:spMkLst>
            <pc:docMk/>
            <pc:sldMasterMk cId="1311708276" sldId="2147483660"/>
            <ac:spMk id="3" creationId="{81D19F70-EEAD-3ED4-9773-F52545C2BC67}"/>
          </ac:spMkLst>
        </pc:spChg>
        <pc:spChg chg="mod">
          <ac:chgData name="惠心 簡" userId="7494a85472f25f00" providerId="LiveId" clId="{4151118C-67CD-42CB-A947-F50F90C04C80}" dt="2025-12-22T08:42:35.741" v="8" actId="207"/>
          <ac:spMkLst>
            <pc:docMk/>
            <pc:sldMasterMk cId="1311708276" sldId="2147483660"/>
            <ac:spMk id="4" creationId="{97ED225C-AC7B-6CD2-20A1-953144D79D42}"/>
          </ac:spMkLst>
        </pc:spChg>
        <pc:spChg chg="mod">
          <ac:chgData name="惠心 簡" userId="7494a85472f25f00" providerId="LiveId" clId="{4151118C-67CD-42CB-A947-F50F90C04C80}" dt="2025-12-22T08:42:35.741" v="8" actId="207"/>
          <ac:spMkLst>
            <pc:docMk/>
            <pc:sldMasterMk cId="1311708276" sldId="2147483660"/>
            <ac:spMk id="5" creationId="{E8115291-AEF7-0091-1CE6-4128FBF1A0A3}"/>
          </ac:spMkLst>
        </pc:spChg>
        <pc:spChg chg="mod">
          <ac:chgData name="惠心 簡" userId="7494a85472f25f00" providerId="LiveId" clId="{4151118C-67CD-42CB-A947-F50F90C04C80}" dt="2025-12-22T08:42:35.741" v="8" actId="207"/>
          <ac:spMkLst>
            <pc:docMk/>
            <pc:sldMasterMk cId="1311708276" sldId="2147483660"/>
            <ac:spMk id="6" creationId="{B21687C7-2372-13FD-7795-45871E8F9DC6}"/>
          </ac:spMkLst>
        </pc:spChg>
        <pc:sldLayoutChg chg="setBg">
          <pc:chgData name="惠心 簡" userId="7494a85472f25f00" providerId="LiveId" clId="{4151118C-67CD-42CB-A947-F50F90C04C80}" dt="2025-12-22T08:41:53.937" v="7"/>
          <pc:sldLayoutMkLst>
            <pc:docMk/>
            <pc:sldMasterMk cId="1311708276" sldId="2147483648"/>
            <pc:sldLayoutMk cId="1077978482" sldId="2147483649"/>
          </pc:sldLayoutMkLst>
        </pc:sldLayoutChg>
        <pc:sldLayoutChg chg="setBg">
          <pc:chgData name="惠心 簡" userId="7494a85472f25f00" providerId="LiveId" clId="{4151118C-67CD-42CB-A947-F50F90C04C80}" dt="2025-12-22T08:41:53.937" v="7"/>
          <pc:sldLayoutMkLst>
            <pc:docMk/>
            <pc:sldMasterMk cId="1311708276" sldId="2147483648"/>
            <pc:sldLayoutMk cId="870825014" sldId="2147483650"/>
          </pc:sldLayoutMkLst>
        </pc:sldLayoutChg>
        <pc:sldLayoutChg chg="setBg">
          <pc:chgData name="惠心 簡" userId="7494a85472f25f00" providerId="LiveId" clId="{4151118C-67CD-42CB-A947-F50F90C04C80}" dt="2025-12-22T08:41:53.937" v="7"/>
          <pc:sldLayoutMkLst>
            <pc:docMk/>
            <pc:sldMasterMk cId="1311708276" sldId="2147483648"/>
            <pc:sldLayoutMk cId="2828843289" sldId="2147483651"/>
          </pc:sldLayoutMkLst>
        </pc:sldLayoutChg>
        <pc:sldLayoutChg chg="setBg">
          <pc:chgData name="惠心 簡" userId="7494a85472f25f00" providerId="LiveId" clId="{4151118C-67CD-42CB-A947-F50F90C04C80}" dt="2025-12-22T08:41:53.937" v="7"/>
          <pc:sldLayoutMkLst>
            <pc:docMk/>
            <pc:sldMasterMk cId="1311708276" sldId="2147483648"/>
            <pc:sldLayoutMk cId="771163476" sldId="2147483652"/>
          </pc:sldLayoutMkLst>
        </pc:sldLayoutChg>
        <pc:sldLayoutChg chg="setBg">
          <pc:chgData name="惠心 簡" userId="7494a85472f25f00" providerId="LiveId" clId="{4151118C-67CD-42CB-A947-F50F90C04C80}" dt="2025-12-22T08:41:53.937" v="7"/>
          <pc:sldLayoutMkLst>
            <pc:docMk/>
            <pc:sldMasterMk cId="1311708276" sldId="2147483648"/>
            <pc:sldLayoutMk cId="2797409796" sldId="2147483653"/>
          </pc:sldLayoutMkLst>
        </pc:sldLayoutChg>
        <pc:sldLayoutChg chg="setBg">
          <pc:chgData name="惠心 簡" userId="7494a85472f25f00" providerId="LiveId" clId="{4151118C-67CD-42CB-A947-F50F90C04C80}" dt="2025-12-22T08:41:53.937" v="7"/>
          <pc:sldLayoutMkLst>
            <pc:docMk/>
            <pc:sldMasterMk cId="1311708276" sldId="2147483648"/>
            <pc:sldLayoutMk cId="2557870006" sldId="2147483654"/>
          </pc:sldLayoutMkLst>
        </pc:sldLayoutChg>
        <pc:sldLayoutChg chg="setBg">
          <pc:chgData name="惠心 簡" userId="7494a85472f25f00" providerId="LiveId" clId="{4151118C-67CD-42CB-A947-F50F90C04C80}" dt="2025-12-22T08:41:53.937" v="7"/>
          <pc:sldLayoutMkLst>
            <pc:docMk/>
            <pc:sldMasterMk cId="1311708276" sldId="2147483648"/>
            <pc:sldLayoutMk cId="2931026031" sldId="2147483655"/>
          </pc:sldLayoutMkLst>
        </pc:sldLayoutChg>
        <pc:sldLayoutChg chg="setBg">
          <pc:chgData name="惠心 簡" userId="7494a85472f25f00" providerId="LiveId" clId="{4151118C-67CD-42CB-A947-F50F90C04C80}" dt="2025-12-22T08:41:53.937" v="7"/>
          <pc:sldLayoutMkLst>
            <pc:docMk/>
            <pc:sldMasterMk cId="1311708276" sldId="2147483648"/>
            <pc:sldLayoutMk cId="1721650127" sldId="2147483656"/>
          </pc:sldLayoutMkLst>
        </pc:sldLayoutChg>
        <pc:sldLayoutChg chg="setBg">
          <pc:chgData name="惠心 簡" userId="7494a85472f25f00" providerId="LiveId" clId="{4151118C-67CD-42CB-A947-F50F90C04C80}" dt="2025-12-22T08:41:53.937" v="7"/>
          <pc:sldLayoutMkLst>
            <pc:docMk/>
            <pc:sldMasterMk cId="1311708276" sldId="2147483648"/>
            <pc:sldLayoutMk cId="870231931" sldId="2147483657"/>
          </pc:sldLayoutMkLst>
        </pc:sldLayoutChg>
        <pc:sldLayoutChg chg="setBg">
          <pc:chgData name="惠心 簡" userId="7494a85472f25f00" providerId="LiveId" clId="{4151118C-67CD-42CB-A947-F50F90C04C80}" dt="2025-12-22T08:41:53.937" v="7"/>
          <pc:sldLayoutMkLst>
            <pc:docMk/>
            <pc:sldMasterMk cId="1311708276" sldId="2147483648"/>
            <pc:sldLayoutMk cId="2401690089" sldId="2147483658"/>
          </pc:sldLayoutMkLst>
        </pc:sldLayoutChg>
        <pc:sldLayoutChg chg="setBg">
          <pc:chgData name="惠心 簡" userId="7494a85472f25f00" providerId="LiveId" clId="{4151118C-67CD-42CB-A947-F50F90C04C80}" dt="2025-12-22T08:41:53.937" v="7"/>
          <pc:sldLayoutMkLst>
            <pc:docMk/>
            <pc:sldMasterMk cId="1311708276" sldId="2147483648"/>
            <pc:sldLayoutMk cId="1205670827" sldId="2147483659"/>
          </pc:sldLayoutMkLst>
        </pc:sldLayoutChg>
      </pc:sldMasterChg>
    </pc:docChg>
  </pc:docChgLst>
  <pc:docChgLst>
    <pc:chgData name="Guest User" providerId="Windows Live" clId="Web-{E4CEF769-5AB4-3EE6-1A85-289B6BF6BE36}"/>
    <pc:docChg chg="addSld delSld modSld sldOrd">
      <pc:chgData name="Guest User" userId="" providerId="Windows Live" clId="Web-{E4CEF769-5AB4-3EE6-1A85-289B6BF6BE36}" dt="2025-12-22T07:35:22.892" v="88"/>
      <pc:docMkLst>
        <pc:docMk/>
      </pc:docMkLst>
      <pc:sldChg chg="modSp del ord">
        <pc:chgData name="Guest User" userId="" providerId="Windows Live" clId="Web-{E4CEF769-5AB4-3EE6-1A85-289B6BF6BE36}" dt="2025-12-22T07:31:56.591" v="29"/>
        <pc:sldMkLst>
          <pc:docMk/>
          <pc:sldMk cId="3090983690" sldId="256"/>
        </pc:sldMkLst>
        <pc:spChg chg="mod">
          <ac:chgData name="Guest User" userId="" providerId="Windows Live" clId="Web-{E4CEF769-5AB4-3EE6-1A85-289B6BF6BE36}" dt="2025-12-22T07:30:32.512" v="15" actId="20577"/>
          <ac:spMkLst>
            <pc:docMk/>
            <pc:sldMk cId="3090983690" sldId="256"/>
            <ac:spMk id="2" creationId="{29384FD0-01DC-DC88-DAB1-325611FA0B32}"/>
          </ac:spMkLst>
        </pc:spChg>
        <pc:spChg chg="mod">
          <ac:chgData name="Guest User" userId="" providerId="Windows Live" clId="Web-{E4CEF769-5AB4-3EE6-1A85-289B6BF6BE36}" dt="2025-12-22T07:29:33.932" v="2" actId="20577"/>
          <ac:spMkLst>
            <pc:docMk/>
            <pc:sldMk cId="3090983690" sldId="256"/>
            <ac:spMk id="3" creationId="{2D3DA2C7-DDE3-E28E-CC62-A810330FF23A}"/>
          </ac:spMkLst>
        </pc:spChg>
      </pc:sldChg>
      <pc:sldChg chg="new del">
        <pc:chgData name="Guest User" userId="" providerId="Windows Live" clId="Web-{E4CEF769-5AB4-3EE6-1A85-289B6BF6BE36}" dt="2025-12-22T07:35:20.329" v="83"/>
        <pc:sldMkLst>
          <pc:docMk/>
          <pc:sldMk cId="3007195921" sldId="257"/>
        </pc:sldMkLst>
      </pc:sldChg>
      <pc:sldChg chg="new del">
        <pc:chgData name="Guest User" userId="" providerId="Windows Live" clId="Web-{E4CEF769-5AB4-3EE6-1A85-289B6BF6BE36}" dt="2025-12-22T07:35:21.563" v="85"/>
        <pc:sldMkLst>
          <pc:docMk/>
          <pc:sldMk cId="3167039643" sldId="258"/>
        </pc:sldMkLst>
      </pc:sldChg>
      <pc:sldChg chg="new del">
        <pc:chgData name="Guest User" userId="" providerId="Windows Live" clId="Web-{E4CEF769-5AB4-3EE6-1A85-289B6BF6BE36}" dt="2025-12-22T07:35:22.095" v="86"/>
        <pc:sldMkLst>
          <pc:docMk/>
          <pc:sldMk cId="333529440" sldId="259"/>
        </pc:sldMkLst>
      </pc:sldChg>
      <pc:sldChg chg="new del">
        <pc:chgData name="Guest User" userId="" providerId="Windows Live" clId="Web-{E4CEF769-5AB4-3EE6-1A85-289B6BF6BE36}" dt="2025-12-22T07:35:22.454" v="87"/>
        <pc:sldMkLst>
          <pc:docMk/>
          <pc:sldMk cId="4131085119" sldId="260"/>
        </pc:sldMkLst>
      </pc:sldChg>
      <pc:sldChg chg="new del">
        <pc:chgData name="Guest User" userId="" providerId="Windows Live" clId="Web-{E4CEF769-5AB4-3EE6-1A85-289B6BF6BE36}" dt="2025-12-22T07:35:21.032" v="84"/>
        <pc:sldMkLst>
          <pc:docMk/>
          <pc:sldMk cId="3177262923" sldId="261"/>
        </pc:sldMkLst>
      </pc:sldChg>
      <pc:sldChg chg="new del">
        <pc:chgData name="Guest User" userId="" providerId="Windows Live" clId="Web-{E4CEF769-5AB4-3EE6-1A85-289B6BF6BE36}" dt="2025-12-22T07:35:22.892" v="88"/>
        <pc:sldMkLst>
          <pc:docMk/>
          <pc:sldMk cId="3592629309" sldId="262"/>
        </pc:sldMkLst>
      </pc:sldChg>
      <pc:sldChg chg="modSp new del">
        <pc:chgData name="Guest User" userId="" providerId="Windows Live" clId="Web-{E4CEF769-5AB4-3EE6-1A85-289B6BF6BE36}" dt="2025-12-22T07:35:16.345" v="80"/>
        <pc:sldMkLst>
          <pc:docMk/>
          <pc:sldMk cId="2578927524" sldId="263"/>
        </pc:sldMkLst>
        <pc:spChg chg="mod">
          <ac:chgData name="Guest User" userId="" providerId="Windows Live" clId="Web-{E4CEF769-5AB4-3EE6-1A85-289B6BF6BE36}" dt="2025-12-22T07:34:07.140" v="75" actId="20577"/>
          <ac:spMkLst>
            <pc:docMk/>
            <pc:sldMk cId="2578927524" sldId="263"/>
            <ac:spMk id="2" creationId="{1EF0EC66-DA0B-A488-B83E-1B4847D993E2}"/>
          </ac:spMkLst>
        </pc:spChg>
        <pc:spChg chg="mod">
          <ac:chgData name="Guest User" userId="" providerId="Windows Live" clId="Web-{E4CEF769-5AB4-3EE6-1A85-289B6BF6BE36}" dt="2025-12-22T07:34:28.641" v="78" actId="20577"/>
          <ac:spMkLst>
            <pc:docMk/>
            <pc:sldMk cId="2578927524" sldId="263"/>
            <ac:spMk id="3" creationId="{978D79B9-52C7-7C81-DAFD-84D11A038F13}"/>
          </ac:spMkLst>
        </pc:spChg>
      </pc:sldChg>
      <pc:sldChg chg="new del">
        <pc:chgData name="Guest User" userId="" providerId="Windows Live" clId="Web-{E4CEF769-5AB4-3EE6-1A85-289B6BF6BE36}" dt="2025-12-22T07:35:19.735" v="82"/>
        <pc:sldMkLst>
          <pc:docMk/>
          <pc:sldMk cId="1234125978" sldId="264"/>
        </pc:sldMkLst>
      </pc:sldChg>
      <pc:sldChg chg="modSp new del">
        <pc:chgData name="Guest User" userId="" providerId="Windows Live" clId="Web-{E4CEF769-5AB4-3EE6-1A85-289B6BF6BE36}" dt="2025-12-22T07:35:18.970" v="81"/>
        <pc:sldMkLst>
          <pc:docMk/>
          <pc:sldMk cId="1654909156" sldId="265"/>
        </pc:sldMkLst>
        <pc:spChg chg="mod">
          <ac:chgData name="Guest User" userId="" providerId="Windows Live" clId="Web-{E4CEF769-5AB4-3EE6-1A85-289B6BF6BE36}" dt="2025-12-22T07:33:45.624" v="60" actId="20577"/>
          <ac:spMkLst>
            <pc:docMk/>
            <pc:sldMk cId="1654909156" sldId="265"/>
            <ac:spMk id="2" creationId="{6172EFBA-51CC-401E-24BB-E7F2D45AAE8C}"/>
          </ac:spMkLst>
        </pc:spChg>
      </pc:sldChg>
      <pc:sldChg chg="modSp new del ord">
        <pc:chgData name="Guest User" userId="" providerId="Windows Live" clId="Web-{E4CEF769-5AB4-3EE6-1A85-289B6BF6BE36}" dt="2025-12-22T07:35:15.688" v="79"/>
        <pc:sldMkLst>
          <pc:docMk/>
          <pc:sldMk cId="4035522690" sldId="266"/>
        </pc:sldMkLst>
        <pc:spChg chg="mod">
          <ac:chgData name="Guest User" userId="" providerId="Windows Live" clId="Web-{E4CEF769-5AB4-3EE6-1A85-289B6BF6BE36}" dt="2025-12-22T07:34:17.891" v="76" actId="20577"/>
          <ac:spMkLst>
            <pc:docMk/>
            <pc:sldMk cId="4035522690" sldId="266"/>
            <ac:spMk id="2" creationId="{7CDA07B1-36B2-096E-1FA7-A0EE322852E7}"/>
          </ac:spMkLst>
        </pc:spChg>
        <pc:spChg chg="mod">
          <ac:chgData name="Guest User" userId="" providerId="Windows Live" clId="Web-{E4CEF769-5AB4-3EE6-1A85-289B6BF6BE36}" dt="2025-12-22T07:34:22.250" v="77" actId="20577"/>
          <ac:spMkLst>
            <pc:docMk/>
            <pc:sldMk cId="4035522690" sldId="266"/>
            <ac:spMk id="3" creationId="{DC232722-05C3-3603-5237-8D396E5A21AD}"/>
          </ac:spMkLst>
        </pc:spChg>
      </pc:sldChg>
    </pc:docChg>
  </pc:docChgLst>
  <pc:docChgLst>
    <pc:chgData name="Guest User" providerId="Windows Live" clId="Web-{85A82156-8AF2-23CE-16F2-398C69875AFC}"/>
    <pc:docChg chg="addSld delSld modSld sldOrd">
      <pc:chgData name="Guest User" userId="" providerId="Windows Live" clId="Web-{85A82156-8AF2-23CE-16F2-398C69875AFC}" dt="2025-12-22T12:44:11.631" v="1212" actId="14100"/>
      <pc:docMkLst>
        <pc:docMk/>
      </pc:docMkLst>
      <pc:sldChg chg="modSp">
        <pc:chgData name="Guest User" userId="" providerId="Windows Live" clId="Web-{85A82156-8AF2-23CE-16F2-398C69875AFC}" dt="2025-12-22T11:10:12.271" v="432" actId="20577"/>
        <pc:sldMkLst>
          <pc:docMk/>
          <pc:sldMk cId="1909101499" sldId="257"/>
        </pc:sldMkLst>
        <pc:spChg chg="mod">
          <ac:chgData name="Guest User" userId="" providerId="Windows Live" clId="Web-{85A82156-8AF2-23CE-16F2-398C69875AFC}" dt="2025-12-22T11:10:12.271" v="432" actId="20577"/>
          <ac:spMkLst>
            <pc:docMk/>
            <pc:sldMk cId="1909101499" sldId="257"/>
            <ac:spMk id="3" creationId="{8C6F0666-2D8D-2DCA-D3D8-2DD7F807C5D8}"/>
          </ac:spMkLst>
        </pc:spChg>
      </pc:sldChg>
      <pc:sldChg chg="modSp ord">
        <pc:chgData name="Guest User" userId="" providerId="Windows Live" clId="Web-{85A82156-8AF2-23CE-16F2-398C69875AFC}" dt="2025-12-22T11:10:19.666" v="434"/>
        <pc:sldMkLst>
          <pc:docMk/>
          <pc:sldMk cId="534708709" sldId="265"/>
        </pc:sldMkLst>
        <pc:spChg chg="mod">
          <ac:chgData name="Guest User" userId="" providerId="Windows Live" clId="Web-{85A82156-8AF2-23CE-16F2-398C69875AFC}" dt="2025-12-22T10:39:03.613" v="32" actId="20577"/>
          <ac:spMkLst>
            <pc:docMk/>
            <pc:sldMk cId="534708709" sldId="265"/>
            <ac:spMk id="3" creationId="{25B38C26-7136-3E61-2F04-F24A76A22B3F}"/>
          </ac:spMkLst>
        </pc:spChg>
      </pc:sldChg>
      <pc:sldChg chg="addSp delSp modSp ord">
        <pc:chgData name="Guest User" userId="" providerId="Windows Live" clId="Web-{85A82156-8AF2-23CE-16F2-398C69875AFC}" dt="2025-12-22T11:22:02.474" v="769" actId="20577"/>
        <pc:sldMkLst>
          <pc:docMk/>
          <pc:sldMk cId="1729743057" sldId="266"/>
        </pc:sldMkLst>
        <pc:spChg chg="mod">
          <ac:chgData name="Guest User" userId="" providerId="Windows Live" clId="Web-{85A82156-8AF2-23CE-16F2-398C69875AFC}" dt="2025-12-22T11:10:52.401" v="442" actId="20577"/>
          <ac:spMkLst>
            <pc:docMk/>
            <pc:sldMk cId="1729743057" sldId="266"/>
            <ac:spMk id="2" creationId="{83F4B7AF-3363-BAA0-0EA3-C1D345637909}"/>
          </ac:spMkLst>
        </pc:spChg>
        <pc:spChg chg="mod">
          <ac:chgData name="Guest User" userId="" providerId="Windows Live" clId="Web-{85A82156-8AF2-23CE-16F2-398C69875AFC}" dt="2025-12-22T11:22:02.474" v="769" actId="20577"/>
          <ac:spMkLst>
            <pc:docMk/>
            <pc:sldMk cId="1729743057" sldId="266"/>
            <ac:spMk id="3" creationId="{7FC8D942-1D64-6C78-BEB6-880B7B77B9F9}"/>
          </ac:spMkLst>
        </pc:spChg>
        <pc:picChg chg="add del mod">
          <ac:chgData name="Guest User" userId="" providerId="Windows Live" clId="Web-{85A82156-8AF2-23CE-16F2-398C69875AFC}" dt="2025-12-22T10:36:38.688" v="7"/>
          <ac:picMkLst>
            <pc:docMk/>
            <pc:sldMk cId="1729743057" sldId="266"/>
            <ac:picMk id="4" creationId="{CAB23374-93A7-D07C-328E-479C588E57C2}"/>
          </ac:picMkLst>
        </pc:picChg>
        <pc:picChg chg="add del mod">
          <ac:chgData name="Guest User" userId="" providerId="Windows Live" clId="Web-{85A82156-8AF2-23CE-16F2-398C69875AFC}" dt="2025-12-22T11:12:13.903" v="446"/>
          <ac:picMkLst>
            <pc:docMk/>
            <pc:sldMk cId="1729743057" sldId="266"/>
            <ac:picMk id="5" creationId="{D17607DC-8E2D-4C8A-9E34-30ABE4208148}"/>
          </ac:picMkLst>
        </pc:picChg>
      </pc:sldChg>
      <pc:sldChg chg="modSp new ord">
        <pc:chgData name="Guest User" userId="" providerId="Windows Live" clId="Web-{85A82156-8AF2-23CE-16F2-398C69875AFC}" dt="2025-12-22T11:11:37.558" v="444" actId="20577"/>
        <pc:sldMkLst>
          <pc:docMk/>
          <pc:sldMk cId="854565508" sldId="268"/>
        </pc:sldMkLst>
        <pc:spChg chg="mod">
          <ac:chgData name="Guest User" userId="" providerId="Windows Live" clId="Web-{85A82156-8AF2-23CE-16F2-398C69875AFC}" dt="2025-12-22T11:11:37.558" v="444" actId="20577"/>
          <ac:spMkLst>
            <pc:docMk/>
            <pc:sldMk cId="854565508" sldId="268"/>
            <ac:spMk id="2" creationId="{C09C5231-C18B-3E35-BDC5-347FE90F120B}"/>
          </ac:spMkLst>
        </pc:spChg>
        <pc:spChg chg="mod">
          <ac:chgData name="Guest User" userId="" providerId="Windows Live" clId="Web-{85A82156-8AF2-23CE-16F2-398C69875AFC}" dt="2025-12-22T11:11:36.746" v="443" actId="20577"/>
          <ac:spMkLst>
            <pc:docMk/>
            <pc:sldMk cId="854565508" sldId="268"/>
            <ac:spMk id="3" creationId="{8DF289CF-5F62-FEEC-488C-CE6A63A3E5BF}"/>
          </ac:spMkLst>
        </pc:spChg>
      </pc:sldChg>
      <pc:sldChg chg="modSp new">
        <pc:chgData name="Guest User" userId="" providerId="Windows Live" clId="Web-{85A82156-8AF2-23CE-16F2-398C69875AFC}" dt="2025-12-22T11:08:47.800" v="424" actId="20577"/>
        <pc:sldMkLst>
          <pc:docMk/>
          <pc:sldMk cId="668182194" sldId="269"/>
        </pc:sldMkLst>
        <pc:spChg chg="mod">
          <ac:chgData name="Guest User" userId="" providerId="Windows Live" clId="Web-{85A82156-8AF2-23CE-16F2-398C69875AFC}" dt="2025-12-22T11:08:47.800" v="424" actId="20577"/>
          <ac:spMkLst>
            <pc:docMk/>
            <pc:sldMk cId="668182194" sldId="269"/>
            <ac:spMk id="2" creationId="{05773EB5-089D-1AAB-31C5-3B6986637310}"/>
          </ac:spMkLst>
        </pc:spChg>
      </pc:sldChg>
      <pc:sldChg chg="addSp delSp modSp new">
        <pc:chgData name="Guest User" userId="" providerId="Windows Live" clId="Web-{85A82156-8AF2-23CE-16F2-398C69875AFC}" dt="2025-12-22T11:32:51.417" v="823" actId="20577"/>
        <pc:sldMkLst>
          <pc:docMk/>
          <pc:sldMk cId="3668153234" sldId="270"/>
        </pc:sldMkLst>
        <pc:spChg chg="mod">
          <ac:chgData name="Guest User" userId="" providerId="Windows Live" clId="Web-{85A82156-8AF2-23CE-16F2-398C69875AFC}" dt="2025-12-22T10:43:59.212" v="65" actId="20577"/>
          <ac:spMkLst>
            <pc:docMk/>
            <pc:sldMk cId="3668153234" sldId="270"/>
            <ac:spMk id="2" creationId="{BE0C35F0-D25E-3A77-0A99-D7FC03FD3F78}"/>
          </ac:spMkLst>
        </pc:spChg>
        <pc:spChg chg="del">
          <ac:chgData name="Guest User" userId="" providerId="Windows Live" clId="Web-{85A82156-8AF2-23CE-16F2-398C69875AFC}" dt="2025-12-22T10:40:02.193" v="37"/>
          <ac:spMkLst>
            <pc:docMk/>
            <pc:sldMk cId="3668153234" sldId="270"/>
            <ac:spMk id="3" creationId="{D2A1E47E-1B49-4FAF-DA3B-276D8A286B61}"/>
          </ac:spMkLst>
        </pc:spChg>
        <pc:spChg chg="add del">
          <ac:chgData name="Guest User" userId="" providerId="Windows Live" clId="Web-{85A82156-8AF2-23CE-16F2-398C69875AFC}" dt="2025-12-22T10:40:15.693" v="43"/>
          <ac:spMkLst>
            <pc:docMk/>
            <pc:sldMk cId="3668153234" sldId="270"/>
            <ac:spMk id="5" creationId="{B1E286C2-AF77-7A16-1E97-7148745EC7A7}"/>
          </ac:spMkLst>
        </pc:spChg>
        <pc:spChg chg="add mod">
          <ac:chgData name="Guest User" userId="" providerId="Windows Live" clId="Web-{85A82156-8AF2-23CE-16F2-398C69875AFC}" dt="2025-12-22T11:32:51.417" v="823" actId="20577"/>
          <ac:spMkLst>
            <pc:docMk/>
            <pc:sldMk cId="3668153234" sldId="270"/>
            <ac:spMk id="6" creationId="{676BB0BC-7822-DBDD-6CB5-7A22564D13AA}"/>
          </ac:spMkLst>
        </pc:spChg>
        <pc:picChg chg="add mod ord">
          <ac:chgData name="Guest User" userId="" providerId="Windows Live" clId="Web-{85A82156-8AF2-23CE-16F2-398C69875AFC}" dt="2025-12-22T10:40:08.724" v="41" actId="1076"/>
          <ac:picMkLst>
            <pc:docMk/>
            <pc:sldMk cId="3668153234" sldId="270"/>
            <ac:picMk id="4" creationId="{DB21801D-7E83-1709-514D-1FCAB2D890D5}"/>
          </ac:picMkLst>
        </pc:picChg>
      </pc:sldChg>
      <pc:sldChg chg="addSp delSp modSp new">
        <pc:chgData name="Guest User" userId="" providerId="Windows Live" clId="Web-{85A82156-8AF2-23CE-16F2-398C69875AFC}" dt="2025-12-22T11:32:51.464" v="824" actId="20577"/>
        <pc:sldMkLst>
          <pc:docMk/>
          <pc:sldMk cId="3670477795" sldId="271"/>
        </pc:sldMkLst>
        <pc:spChg chg="mod">
          <ac:chgData name="Guest User" userId="" providerId="Windows Live" clId="Web-{85A82156-8AF2-23CE-16F2-398C69875AFC}" dt="2025-12-22T11:32:51.464" v="824" actId="20577"/>
          <ac:spMkLst>
            <pc:docMk/>
            <pc:sldMk cId="3670477795" sldId="271"/>
            <ac:spMk id="2" creationId="{E1FC04C5-D6A1-F605-C867-915B1D540C52}"/>
          </ac:spMkLst>
        </pc:spChg>
        <pc:spChg chg="mod">
          <ac:chgData name="Guest User" userId="" providerId="Windows Live" clId="Web-{85A82156-8AF2-23CE-16F2-398C69875AFC}" dt="2025-12-22T11:30:45.665" v="814" actId="20577"/>
          <ac:spMkLst>
            <pc:docMk/>
            <pc:sldMk cId="3670477795" sldId="271"/>
            <ac:spMk id="3" creationId="{D7722480-AB9E-2D79-83AF-DE045E6AC060}"/>
          </ac:spMkLst>
        </pc:spChg>
        <pc:spChg chg="add del">
          <ac:chgData name="Guest User" userId="" providerId="Windows Live" clId="Web-{85A82156-8AF2-23CE-16F2-398C69875AFC}" dt="2025-12-22T10:48:48.843" v="120"/>
          <ac:spMkLst>
            <pc:docMk/>
            <pc:sldMk cId="3670477795" sldId="271"/>
            <ac:spMk id="4" creationId="{DA0040A3-1B15-EC7F-F9FC-074BAF9F6C7A}"/>
          </ac:spMkLst>
        </pc:spChg>
        <pc:spChg chg="add del">
          <ac:chgData name="Guest User" userId="" providerId="Windows Live" clId="Web-{85A82156-8AF2-23CE-16F2-398C69875AFC}" dt="2025-12-22T10:48:55.265" v="122"/>
          <ac:spMkLst>
            <pc:docMk/>
            <pc:sldMk cId="3670477795" sldId="271"/>
            <ac:spMk id="5" creationId="{73B12645-078A-8898-A8D4-6D2636C70B21}"/>
          </ac:spMkLst>
        </pc:spChg>
        <pc:spChg chg="add mod">
          <ac:chgData name="Guest User" userId="" providerId="Windows Live" clId="Web-{85A82156-8AF2-23CE-16F2-398C69875AFC}" dt="2025-12-22T10:59:34.473" v="270" actId="20577"/>
          <ac:spMkLst>
            <pc:docMk/>
            <pc:sldMk cId="3670477795" sldId="271"/>
            <ac:spMk id="6" creationId="{786B59A9-EF0E-BAF3-307B-EE071582B6F4}"/>
          </ac:spMkLst>
        </pc:spChg>
      </pc:sldChg>
      <pc:sldChg chg="addSp delSp modSp new">
        <pc:chgData name="Guest User" userId="" providerId="Windows Live" clId="Web-{85A82156-8AF2-23CE-16F2-398C69875AFC}" dt="2025-12-22T12:32:35.338" v="1104" actId="1076"/>
        <pc:sldMkLst>
          <pc:docMk/>
          <pc:sldMk cId="1914189959" sldId="272"/>
        </pc:sldMkLst>
        <pc:spChg chg="mod">
          <ac:chgData name="Guest User" userId="" providerId="Windows Live" clId="Web-{85A82156-8AF2-23CE-16F2-398C69875AFC}" dt="2025-12-22T10:55:00.263" v="209" actId="20577"/>
          <ac:spMkLst>
            <pc:docMk/>
            <pc:sldMk cId="1914189959" sldId="272"/>
            <ac:spMk id="2" creationId="{54715980-8F0B-31C5-B1E0-A08FE279DEBC}"/>
          </ac:spMkLst>
        </pc:spChg>
        <pc:spChg chg="mod">
          <ac:chgData name="Guest User" userId="" providerId="Windows Live" clId="Web-{85A82156-8AF2-23CE-16F2-398C69875AFC}" dt="2025-12-22T11:30:45.243" v="804" actId="20577"/>
          <ac:spMkLst>
            <pc:docMk/>
            <pc:sldMk cId="1914189959" sldId="272"/>
            <ac:spMk id="3" creationId="{97D6EACE-F557-8643-BCB7-DD85004EC850}"/>
          </ac:spMkLst>
        </pc:spChg>
        <pc:spChg chg="add mod">
          <ac:chgData name="Guest User" userId="" providerId="Windows Live" clId="Web-{85A82156-8AF2-23CE-16F2-398C69875AFC}" dt="2025-12-22T11:30:45.602" v="813" actId="20577"/>
          <ac:spMkLst>
            <pc:docMk/>
            <pc:sldMk cId="1914189959" sldId="272"/>
            <ac:spMk id="4" creationId="{6FB9C244-E9AB-316C-BCA7-044AC1D9DB59}"/>
          </ac:spMkLst>
        </pc:spChg>
        <pc:picChg chg="add mod">
          <ac:chgData name="Guest User" userId="" providerId="Windows Live" clId="Web-{85A82156-8AF2-23CE-16F2-398C69875AFC}" dt="2025-12-22T11:31:29.259" v="820" actId="1076"/>
          <ac:picMkLst>
            <pc:docMk/>
            <pc:sldMk cId="1914189959" sldId="272"/>
            <ac:picMk id="5" creationId="{6B8A2B57-5257-EA8C-4871-C19D37000E71}"/>
          </ac:picMkLst>
        </pc:picChg>
        <pc:picChg chg="add del mod">
          <ac:chgData name="Guest User" userId="" providerId="Windows Live" clId="Web-{85A82156-8AF2-23CE-16F2-398C69875AFC}" dt="2025-12-22T11:29:24.850" v="789"/>
          <ac:picMkLst>
            <pc:docMk/>
            <pc:sldMk cId="1914189959" sldId="272"/>
            <ac:picMk id="6" creationId="{8F8AC780-76F8-59C9-CECD-8B5FD7BBEB5D}"/>
          </ac:picMkLst>
        </pc:picChg>
        <pc:picChg chg="add del mod">
          <ac:chgData name="Guest User" userId="" providerId="Windows Live" clId="Web-{85A82156-8AF2-23CE-16F2-398C69875AFC}" dt="2025-12-22T11:29:48.273" v="792"/>
          <ac:picMkLst>
            <pc:docMk/>
            <pc:sldMk cId="1914189959" sldId="272"/>
            <ac:picMk id="7" creationId="{606D0AE4-F336-F961-DB12-E1224C1593C1}"/>
          </ac:picMkLst>
        </pc:picChg>
        <pc:picChg chg="add mod">
          <ac:chgData name="Guest User" userId="" providerId="Windows Live" clId="Web-{85A82156-8AF2-23CE-16F2-398C69875AFC}" dt="2025-12-22T12:32:35.338" v="1104" actId="1076"/>
          <ac:picMkLst>
            <pc:docMk/>
            <pc:sldMk cId="1914189959" sldId="272"/>
            <ac:picMk id="8" creationId="{1F9E2E75-50CA-A06D-4148-4F3B3B0A71D6}"/>
          </ac:picMkLst>
        </pc:picChg>
      </pc:sldChg>
      <pc:sldChg chg="modSp new">
        <pc:chgData name="Guest User" userId="" providerId="Windows Live" clId="Web-{85A82156-8AF2-23CE-16F2-398C69875AFC}" dt="2025-12-22T11:06:49.545" v="390" actId="20577"/>
        <pc:sldMkLst>
          <pc:docMk/>
          <pc:sldMk cId="1108530638" sldId="273"/>
        </pc:sldMkLst>
        <pc:spChg chg="mod">
          <ac:chgData name="Guest User" userId="" providerId="Windows Live" clId="Web-{85A82156-8AF2-23CE-16F2-398C69875AFC}" dt="2025-12-22T11:03:44.706" v="343" actId="20577"/>
          <ac:spMkLst>
            <pc:docMk/>
            <pc:sldMk cId="1108530638" sldId="273"/>
            <ac:spMk id="2" creationId="{A257BD0E-0263-AB16-BDEF-50F54A835068}"/>
          </ac:spMkLst>
        </pc:spChg>
        <pc:spChg chg="mod">
          <ac:chgData name="Guest User" userId="" providerId="Windows Live" clId="Web-{85A82156-8AF2-23CE-16F2-398C69875AFC}" dt="2025-12-22T11:06:49.545" v="390" actId="20577"/>
          <ac:spMkLst>
            <pc:docMk/>
            <pc:sldMk cId="1108530638" sldId="273"/>
            <ac:spMk id="3" creationId="{77CA9526-593B-A369-10C4-B299D7E5F5B2}"/>
          </ac:spMkLst>
        </pc:spChg>
      </pc:sldChg>
      <pc:sldChg chg="addSp delSp modSp new">
        <pc:chgData name="Guest User" userId="" providerId="Windows Live" clId="Web-{85A82156-8AF2-23CE-16F2-398C69875AFC}" dt="2025-12-22T12:39:27.582" v="1173" actId="1076"/>
        <pc:sldMkLst>
          <pc:docMk/>
          <pc:sldMk cId="1652799402" sldId="274"/>
        </pc:sldMkLst>
        <pc:spChg chg="mod">
          <ac:chgData name="Guest User" userId="" providerId="Windows Live" clId="Web-{85A82156-8AF2-23CE-16F2-398C69875AFC}" dt="2025-12-22T12:39:27.582" v="1173" actId="1076"/>
          <ac:spMkLst>
            <pc:docMk/>
            <pc:sldMk cId="1652799402" sldId="274"/>
            <ac:spMk id="2" creationId="{2DB4C3CC-81C3-BB43-131C-C0A7C9DB11C2}"/>
          </ac:spMkLst>
        </pc:spChg>
        <pc:spChg chg="add mod">
          <ac:chgData name="Guest User" userId="" providerId="Windows Live" clId="Web-{85A82156-8AF2-23CE-16F2-398C69875AFC}" dt="2025-12-22T12:31:52.122" v="1102" actId="1076"/>
          <ac:spMkLst>
            <pc:docMk/>
            <pc:sldMk cId="1652799402" sldId="274"/>
            <ac:spMk id="4" creationId="{AA392CED-585A-95D1-8F3F-7945E896C9DA}"/>
          </ac:spMkLst>
        </pc:spChg>
        <pc:spChg chg="add mod">
          <ac:chgData name="Guest User" userId="" providerId="Windows Live" clId="Web-{85A82156-8AF2-23CE-16F2-398C69875AFC}" dt="2025-12-22T12:33:57.322" v="1112"/>
          <ac:spMkLst>
            <pc:docMk/>
            <pc:sldMk cId="1652799402" sldId="274"/>
            <ac:spMk id="10" creationId="{51A22321-E725-D912-90C8-A06FC4225077}"/>
          </ac:spMkLst>
        </pc:spChg>
        <pc:picChg chg="mod">
          <ac:chgData name="Guest User" userId="" providerId="Windows Live" clId="Web-{85A82156-8AF2-23CE-16F2-398C69875AFC}" dt="2025-12-22T12:30:27.060" v="1093" actId="1076"/>
          <ac:picMkLst>
            <pc:docMk/>
            <pc:sldMk cId="1652799402" sldId="274"/>
            <ac:picMk id="5" creationId="{E3FC8782-B300-5858-66E5-9684FEAA93D1}"/>
          </ac:picMkLst>
        </pc:picChg>
        <pc:picChg chg="mod">
          <ac:chgData name="Guest User" userId="" providerId="Windows Live" clId="Web-{85A82156-8AF2-23CE-16F2-398C69875AFC}" dt="2025-12-22T12:30:27.107" v="1094" actId="1076"/>
          <ac:picMkLst>
            <pc:docMk/>
            <pc:sldMk cId="1652799402" sldId="274"/>
            <ac:picMk id="7" creationId="{27202B5B-442C-8865-677F-4FB0C943A1C7}"/>
          </ac:picMkLst>
        </pc:picChg>
        <pc:cxnChg chg="add del mod">
          <ac:chgData name="Guest User" userId="" providerId="Windows Live" clId="Web-{85A82156-8AF2-23CE-16F2-398C69875AFC}" dt="2025-12-22T12:33:11.744" v="1108"/>
          <ac:cxnSpMkLst>
            <pc:docMk/>
            <pc:sldMk cId="1652799402" sldId="274"/>
            <ac:cxnSpMk id="8" creationId="{636709D9-10D0-A05D-3E37-E1CAE140F620}"/>
          </ac:cxnSpMkLst>
        </pc:cxnChg>
        <pc:cxnChg chg="add del">
          <ac:chgData name="Guest User" userId="" providerId="Windows Live" clId="Web-{85A82156-8AF2-23CE-16F2-398C69875AFC}" dt="2025-12-22T12:33:34.728" v="1110"/>
          <ac:cxnSpMkLst>
            <pc:docMk/>
            <pc:sldMk cId="1652799402" sldId="274"/>
            <ac:cxnSpMk id="9" creationId="{0D7CB3A4-6E41-75CC-2D33-284C727C354C}"/>
          </ac:cxnSpMkLst>
        </pc:cxnChg>
      </pc:sldChg>
      <pc:sldChg chg="modSp new">
        <pc:chgData name="Guest User" userId="" providerId="Windows Live" clId="Web-{85A82156-8AF2-23CE-16F2-398C69875AFC}" dt="2025-12-22T11:03:02.530" v="337" actId="20577"/>
        <pc:sldMkLst>
          <pc:docMk/>
          <pc:sldMk cId="2375708706" sldId="275"/>
        </pc:sldMkLst>
        <pc:spChg chg="mod">
          <ac:chgData name="Guest User" userId="" providerId="Windows Live" clId="Web-{85A82156-8AF2-23CE-16F2-398C69875AFC}" dt="2025-12-22T11:01:28.881" v="298" actId="20577"/>
          <ac:spMkLst>
            <pc:docMk/>
            <pc:sldMk cId="2375708706" sldId="275"/>
            <ac:spMk id="2" creationId="{6376533A-CCED-0151-E8BA-ECC37DA87A89}"/>
          </ac:spMkLst>
        </pc:spChg>
        <pc:spChg chg="mod">
          <ac:chgData name="Guest User" userId="" providerId="Windows Live" clId="Web-{85A82156-8AF2-23CE-16F2-398C69875AFC}" dt="2025-12-22T11:03:02.530" v="337" actId="20577"/>
          <ac:spMkLst>
            <pc:docMk/>
            <pc:sldMk cId="2375708706" sldId="275"/>
            <ac:spMk id="3" creationId="{A2C272EE-103F-6E35-E559-E4E03C0A4EAC}"/>
          </ac:spMkLst>
        </pc:spChg>
      </pc:sldChg>
      <pc:sldChg chg="addSp delSp modSp new">
        <pc:chgData name="Guest User" userId="" providerId="Windows Live" clId="Web-{85A82156-8AF2-23CE-16F2-398C69875AFC}" dt="2025-12-22T11:12:22.325" v="448" actId="20577"/>
        <pc:sldMkLst>
          <pc:docMk/>
          <pc:sldMk cId="1043175618" sldId="276"/>
        </pc:sldMkLst>
        <pc:spChg chg="mod">
          <ac:chgData name="Guest User" userId="" providerId="Windows Live" clId="Web-{85A82156-8AF2-23CE-16F2-398C69875AFC}" dt="2025-12-22T11:12:22.325" v="448" actId="20577"/>
          <ac:spMkLst>
            <pc:docMk/>
            <pc:sldMk cId="1043175618" sldId="276"/>
            <ac:spMk id="2" creationId="{CE237D12-B4EA-6AF3-A66A-82E8AD9871FD}"/>
          </ac:spMkLst>
        </pc:spChg>
        <pc:spChg chg="del">
          <ac:chgData name="Guest User" userId="" providerId="Windows Live" clId="Web-{85A82156-8AF2-23CE-16F2-398C69875AFC}" dt="2025-12-22T11:12:15.606" v="447"/>
          <ac:spMkLst>
            <pc:docMk/>
            <pc:sldMk cId="1043175618" sldId="276"/>
            <ac:spMk id="3" creationId="{C786283E-46A7-F702-10E1-5438830F3787}"/>
          </ac:spMkLst>
        </pc:spChg>
        <pc:picChg chg="add mod ord">
          <ac:chgData name="Guest User" userId="" providerId="Windows Live" clId="Web-{85A82156-8AF2-23CE-16F2-398C69875AFC}" dt="2025-12-22T11:12:15.606" v="447"/>
          <ac:picMkLst>
            <pc:docMk/>
            <pc:sldMk cId="1043175618" sldId="276"/>
            <ac:picMk id="4" creationId="{DDBE92E8-EC5A-93F2-2561-199FECA85B7F}"/>
          </ac:picMkLst>
        </pc:picChg>
      </pc:sldChg>
      <pc:sldChg chg="modSp new del">
        <pc:chgData name="Guest User" userId="" providerId="Windows Live" clId="Web-{85A82156-8AF2-23CE-16F2-398C69875AFC}" dt="2025-12-22T11:33:26.214" v="825"/>
        <pc:sldMkLst>
          <pc:docMk/>
          <pc:sldMk cId="884108408" sldId="277"/>
        </pc:sldMkLst>
        <pc:spChg chg="mod">
          <ac:chgData name="Guest User" userId="" providerId="Windows Live" clId="Web-{85A82156-8AF2-23CE-16F2-398C69875AFC}" dt="2025-12-22T11:28:10.927" v="780" actId="20577"/>
          <ac:spMkLst>
            <pc:docMk/>
            <pc:sldMk cId="884108408" sldId="277"/>
            <ac:spMk id="2" creationId="{FD6976D7-2BEA-1E02-D90E-423FD133C0D0}"/>
          </ac:spMkLst>
        </pc:spChg>
      </pc:sldChg>
      <pc:sldChg chg="addSp delSp modSp new">
        <pc:chgData name="Guest User" userId="" providerId="Windows Live" clId="Web-{85A82156-8AF2-23CE-16F2-398C69875AFC}" dt="2025-12-22T12:19:18.913" v="1083" actId="14100"/>
        <pc:sldMkLst>
          <pc:docMk/>
          <pc:sldMk cId="1824452086" sldId="277"/>
        </pc:sldMkLst>
        <pc:spChg chg="mod">
          <ac:chgData name="Guest User" userId="" providerId="Windows Live" clId="Web-{85A82156-8AF2-23CE-16F2-398C69875AFC}" dt="2025-12-22T12:04:56.793" v="988" actId="20577"/>
          <ac:spMkLst>
            <pc:docMk/>
            <pc:sldMk cId="1824452086" sldId="277"/>
            <ac:spMk id="2" creationId="{C60AD952-2466-4600-814A-73B5EF05DCA8}"/>
          </ac:spMkLst>
        </pc:spChg>
        <pc:spChg chg="del">
          <ac:chgData name="Guest User" userId="" providerId="Windows Live" clId="Web-{85A82156-8AF2-23CE-16F2-398C69875AFC}" dt="2025-12-22T11:52:20.007" v="844"/>
          <ac:spMkLst>
            <pc:docMk/>
            <pc:sldMk cId="1824452086" sldId="277"/>
            <ac:spMk id="3" creationId="{53AA01CA-3109-9F9B-14A6-9BA11F9696A8}"/>
          </ac:spMkLst>
        </pc:spChg>
        <pc:spChg chg="add del mod">
          <ac:chgData name="Guest User" userId="" providerId="Windows Live" clId="Web-{85A82156-8AF2-23CE-16F2-398C69875AFC}" dt="2025-12-22T11:54:51.769" v="867"/>
          <ac:spMkLst>
            <pc:docMk/>
            <pc:sldMk cId="1824452086" sldId="277"/>
            <ac:spMk id="6" creationId="{2AC3985A-6A40-E583-2398-216B1F23F083}"/>
          </ac:spMkLst>
        </pc:spChg>
        <pc:spChg chg="add del">
          <ac:chgData name="Guest User" userId="" providerId="Windows Live" clId="Web-{85A82156-8AF2-23CE-16F2-398C69875AFC}" dt="2025-12-22T11:56:37.792" v="918"/>
          <ac:spMkLst>
            <pc:docMk/>
            <pc:sldMk cId="1824452086" sldId="277"/>
            <ac:spMk id="7" creationId="{1BF54909-C3AB-D748-3A55-F72195D947C6}"/>
          </ac:spMkLst>
        </pc:spChg>
        <pc:spChg chg="add del">
          <ac:chgData name="Guest User" userId="" providerId="Windows Live" clId="Web-{85A82156-8AF2-23CE-16F2-398C69875AFC}" dt="2025-12-22T11:54:08.890" v="859"/>
          <ac:spMkLst>
            <pc:docMk/>
            <pc:sldMk cId="1824452086" sldId="277"/>
            <ac:spMk id="8" creationId="{23269DB1-4C33-529F-02D5-FD92683F91E7}"/>
          </ac:spMkLst>
        </pc:spChg>
        <pc:spChg chg="add del">
          <ac:chgData name="Guest User" userId="" providerId="Windows Live" clId="Web-{85A82156-8AF2-23CE-16F2-398C69875AFC}" dt="2025-12-22T11:54:08.953" v="861"/>
          <ac:spMkLst>
            <pc:docMk/>
            <pc:sldMk cId="1824452086" sldId="277"/>
            <ac:spMk id="9" creationId="{E3FED487-9C90-7741-1541-F1D5C941950E}"/>
          </ac:spMkLst>
        </pc:spChg>
        <pc:spChg chg="add del mod">
          <ac:chgData name="Guest User" userId="" providerId="Windows Live" clId="Web-{85A82156-8AF2-23CE-16F2-398C69875AFC}" dt="2025-12-22T12:04:33.621" v="981"/>
          <ac:spMkLst>
            <pc:docMk/>
            <pc:sldMk cId="1824452086" sldId="277"/>
            <ac:spMk id="17" creationId="{C8738C87-B1CA-BC24-9829-E8A171F08A5F}"/>
          </ac:spMkLst>
        </pc:spChg>
        <pc:graphicFrameChg chg="add del mod ord modGraphic">
          <ac:chgData name="Guest User" userId="" providerId="Windows Live" clId="Web-{85A82156-8AF2-23CE-16F2-398C69875AFC}" dt="2025-12-22T12:03:23.385" v="976"/>
          <ac:graphicFrameMkLst>
            <pc:docMk/>
            <pc:sldMk cId="1824452086" sldId="277"/>
            <ac:graphicFrameMk id="11" creationId="{7E6EAD4A-C894-8065-F8B1-9D6A856EC76D}"/>
          </ac:graphicFrameMkLst>
        </pc:graphicFrameChg>
        <pc:picChg chg="add del mod ord">
          <ac:chgData name="Guest User" userId="" providerId="Windows Live" clId="Web-{85A82156-8AF2-23CE-16F2-398C69875AFC}" dt="2025-12-22T11:53:44.763" v="852"/>
          <ac:picMkLst>
            <pc:docMk/>
            <pc:sldMk cId="1824452086" sldId="277"/>
            <ac:picMk id="4" creationId="{824C3347-59D3-A074-A3F7-A004CA131419}"/>
          </ac:picMkLst>
        </pc:picChg>
        <pc:picChg chg="add del mod">
          <ac:chgData name="Guest User" userId="" providerId="Windows Live" clId="Web-{85A82156-8AF2-23CE-16F2-398C69875AFC}" dt="2025-12-22T11:54:51.378" v="866"/>
          <ac:picMkLst>
            <pc:docMk/>
            <pc:sldMk cId="1824452086" sldId="277"/>
            <ac:picMk id="10" creationId="{A1EB8209-E380-C8AD-06D3-22C7B4058A33}"/>
          </ac:picMkLst>
        </pc:picChg>
        <pc:picChg chg="add del mod">
          <ac:chgData name="Guest User" userId="" providerId="Windows Live" clId="Web-{85A82156-8AF2-23CE-16F2-398C69875AFC}" dt="2025-12-22T12:03:00.994" v="974"/>
          <ac:picMkLst>
            <pc:docMk/>
            <pc:sldMk cId="1824452086" sldId="277"/>
            <ac:picMk id="12" creationId="{42940EA4-7568-1B7F-9074-0524A012DD4F}"/>
          </ac:picMkLst>
        </pc:picChg>
        <pc:picChg chg="add del mod">
          <ac:chgData name="Guest User" userId="" providerId="Windows Live" clId="Web-{85A82156-8AF2-23CE-16F2-398C69875AFC}" dt="2025-12-22T12:02:35.384" v="968"/>
          <ac:picMkLst>
            <pc:docMk/>
            <pc:sldMk cId="1824452086" sldId="277"/>
            <ac:picMk id="13" creationId="{0349717A-4524-0C73-A331-DCAB4B48B659}"/>
          </ac:picMkLst>
        </pc:picChg>
        <pc:picChg chg="add del mod">
          <ac:chgData name="Guest User" userId="" providerId="Windows Live" clId="Web-{85A82156-8AF2-23CE-16F2-398C69875AFC}" dt="2025-12-22T12:02:37.587" v="970"/>
          <ac:picMkLst>
            <pc:docMk/>
            <pc:sldMk cId="1824452086" sldId="277"/>
            <ac:picMk id="14" creationId="{4788E1DD-BFF4-8E8A-11B0-7C7D429394F0}"/>
          </ac:picMkLst>
        </pc:picChg>
        <pc:picChg chg="add del mod">
          <ac:chgData name="Guest User" userId="" providerId="Windows Live" clId="Web-{85A82156-8AF2-23CE-16F2-398C69875AFC}" dt="2025-12-22T12:03:00.291" v="972"/>
          <ac:picMkLst>
            <pc:docMk/>
            <pc:sldMk cId="1824452086" sldId="277"/>
            <ac:picMk id="15" creationId="{FF3DAE58-7C5D-F062-7F9A-220036B01BA8}"/>
          </ac:picMkLst>
        </pc:picChg>
        <pc:picChg chg="add mod ord">
          <ac:chgData name="Guest User" userId="" providerId="Windows Live" clId="Web-{85A82156-8AF2-23CE-16F2-398C69875AFC}" dt="2025-12-22T12:14:54.372" v="1048" actId="14100"/>
          <ac:picMkLst>
            <pc:docMk/>
            <pc:sldMk cId="1824452086" sldId="277"/>
            <ac:picMk id="18" creationId="{73974AE3-1DF4-8E92-5EDA-43C560174F87}"/>
          </ac:picMkLst>
        </pc:picChg>
        <pc:picChg chg="add mod">
          <ac:chgData name="Guest User" userId="" providerId="Windows Live" clId="Web-{85A82156-8AF2-23CE-16F2-398C69875AFC}" dt="2025-12-22T12:04:56.715" v="986" actId="1076"/>
          <ac:picMkLst>
            <pc:docMk/>
            <pc:sldMk cId="1824452086" sldId="277"/>
            <ac:picMk id="19" creationId="{6FE24D16-CA16-4A06-A510-9D5CE9304453}"/>
          </ac:picMkLst>
        </pc:picChg>
        <pc:cxnChg chg="add del">
          <ac:chgData name="Guest User" userId="" providerId="Windows Live" clId="Web-{85A82156-8AF2-23CE-16F2-398C69875AFC}" dt="2025-12-22T12:16:01.594" v="1055"/>
          <ac:cxnSpMkLst>
            <pc:docMk/>
            <pc:sldMk cId="1824452086" sldId="277"/>
            <ac:cxnSpMk id="3" creationId="{D9BA47AE-C34E-C180-4824-63B2B03A3F0E}"/>
          </ac:cxnSpMkLst>
        </pc:cxnChg>
        <pc:cxnChg chg="add mod">
          <ac:chgData name="Guest User" userId="" providerId="Windows Live" clId="Web-{85A82156-8AF2-23CE-16F2-398C69875AFC}" dt="2025-12-22T12:19:18.913" v="1083" actId="14100"/>
          <ac:cxnSpMkLst>
            <pc:docMk/>
            <pc:sldMk cId="1824452086" sldId="277"/>
            <ac:cxnSpMk id="4" creationId="{86C7EC5C-A74E-CDC4-8719-6ED902926D83}"/>
          </ac:cxnSpMkLst>
        </pc:cxnChg>
        <pc:cxnChg chg="add del">
          <ac:chgData name="Guest User" userId="" providerId="Windows Live" clId="Web-{85A82156-8AF2-23CE-16F2-398C69875AFC}" dt="2025-12-22T12:16:44.846" v="1059"/>
          <ac:cxnSpMkLst>
            <pc:docMk/>
            <pc:sldMk cId="1824452086" sldId="277"/>
            <ac:cxnSpMk id="5" creationId="{871E45FD-F688-1243-498D-72CB2B7D7AD6}"/>
          </ac:cxnSpMkLst>
        </pc:cxnChg>
      </pc:sldChg>
      <pc:sldChg chg="addSp delSp modSp new del">
        <pc:chgData name="Guest User" userId="" providerId="Windows Live" clId="Web-{85A82156-8AF2-23CE-16F2-398C69875AFC}" dt="2025-12-22T12:09:43.377" v="1036"/>
        <pc:sldMkLst>
          <pc:docMk/>
          <pc:sldMk cId="3684442570" sldId="278"/>
        </pc:sldMkLst>
        <pc:spChg chg="mod">
          <ac:chgData name="Guest User" userId="" providerId="Windows Live" clId="Web-{85A82156-8AF2-23CE-16F2-398C69875AFC}" dt="2025-12-22T12:09:21.454" v="1035" actId="20577"/>
          <ac:spMkLst>
            <pc:docMk/>
            <pc:sldMk cId="3684442570" sldId="278"/>
            <ac:spMk id="2" creationId="{59A6A295-0ACD-3A11-AB58-F2E7903104F2}"/>
          </ac:spMkLst>
        </pc:spChg>
        <pc:spChg chg="del">
          <ac:chgData name="Guest User" userId="" providerId="Windows Live" clId="Web-{85A82156-8AF2-23CE-16F2-398C69875AFC}" dt="2025-12-22T11:43:11.729" v="831"/>
          <ac:spMkLst>
            <pc:docMk/>
            <pc:sldMk cId="3684442570" sldId="278"/>
            <ac:spMk id="3" creationId="{AA946472-9729-2A96-8B00-A48E3510EA35}"/>
          </ac:spMkLst>
        </pc:spChg>
        <pc:spChg chg="add mod">
          <ac:chgData name="Guest User" userId="" providerId="Windows Live" clId="Web-{85A82156-8AF2-23CE-16F2-398C69875AFC}" dt="2025-12-22T12:06:24.404" v="993"/>
          <ac:spMkLst>
            <pc:docMk/>
            <pc:sldMk cId="3684442570" sldId="278"/>
            <ac:spMk id="8" creationId="{2B660678-7F39-F82A-9D09-26870AB666EE}"/>
          </ac:spMkLst>
        </pc:spChg>
        <pc:picChg chg="add mod ord">
          <ac:chgData name="Guest User" userId="" providerId="Windows Live" clId="Web-{85A82156-8AF2-23CE-16F2-398C69875AFC}" dt="2025-12-22T11:46:37.766" v="843"/>
          <ac:picMkLst>
            <pc:docMk/>
            <pc:sldMk cId="3684442570" sldId="278"/>
            <ac:picMk id="4" creationId="{9EC7E495-6C07-4D85-25D8-33A70525870B}"/>
          </ac:picMkLst>
        </pc:picChg>
        <pc:picChg chg="del">
          <ac:chgData name="Guest User" userId="" providerId="Windows Live" clId="Web-{85A82156-8AF2-23CE-16F2-398C69875AFC}" dt="2025-12-22T12:06:24.404" v="993"/>
          <ac:picMkLst>
            <pc:docMk/>
            <pc:sldMk cId="3684442570" sldId="278"/>
            <ac:picMk id="7" creationId="{C64B421C-7F80-99F6-834B-AA40CA53BEA8}"/>
          </ac:picMkLst>
        </pc:picChg>
        <pc:picChg chg="del">
          <ac:chgData name="Guest User" userId="" providerId="Windows Live" clId="Web-{85A82156-8AF2-23CE-16F2-398C69875AFC}" dt="2025-12-22T12:04:35.371" v="982"/>
          <ac:picMkLst>
            <pc:docMk/>
            <pc:sldMk cId="3684442570" sldId="278"/>
            <ac:picMk id="9" creationId="{6FE24D16-CA16-4A06-A510-9D5CE9304453}"/>
          </ac:picMkLst>
        </pc:picChg>
        <pc:picChg chg="del">
          <ac:chgData name="Guest User" userId="" providerId="Windows Live" clId="Web-{85A82156-8AF2-23CE-16F2-398C69875AFC}" dt="2025-12-22T12:08:33.704" v="1022"/>
          <ac:picMkLst>
            <pc:docMk/>
            <pc:sldMk cId="3684442570" sldId="278"/>
            <ac:picMk id="11" creationId="{A38DBE85-F34A-5BD2-EE08-028399AD3650}"/>
          </ac:picMkLst>
        </pc:picChg>
        <pc:picChg chg="del">
          <ac:chgData name="Guest User" userId="" providerId="Windows Live" clId="Web-{85A82156-8AF2-23CE-16F2-398C69875AFC}" dt="2025-12-22T12:08:56.720" v="1025"/>
          <ac:picMkLst>
            <pc:docMk/>
            <pc:sldMk cId="3684442570" sldId="278"/>
            <ac:picMk id="13" creationId="{7C4BF38A-74AD-84FB-6227-4F2F498FC84F}"/>
          </ac:picMkLst>
        </pc:picChg>
      </pc:sldChg>
      <pc:sldChg chg="addSp delSp modSp new">
        <pc:chgData name="Guest User" userId="" providerId="Windows Live" clId="Web-{85A82156-8AF2-23CE-16F2-398C69875AFC}" dt="2025-12-22T12:19:40.867" v="1084" actId="14100"/>
        <pc:sldMkLst>
          <pc:docMk/>
          <pc:sldMk cId="4209610739" sldId="279"/>
        </pc:sldMkLst>
        <pc:spChg chg="mod">
          <ac:chgData name="Guest User" userId="" providerId="Windows Live" clId="Web-{85A82156-8AF2-23CE-16F2-398C69875AFC}" dt="2025-12-22T12:04:57.746" v="989" actId="20577"/>
          <ac:spMkLst>
            <pc:docMk/>
            <pc:sldMk cId="4209610739" sldId="279"/>
            <ac:spMk id="2" creationId="{F538BDA1-F2BF-D532-3C55-53CBECA8FD93}"/>
          </ac:spMkLst>
        </pc:spChg>
        <pc:spChg chg="del">
          <ac:chgData name="Guest User" userId="" providerId="Windows Live" clId="Web-{85A82156-8AF2-23CE-16F2-398C69875AFC}" dt="2025-12-22T12:02:35.478" v="969"/>
          <ac:spMkLst>
            <pc:docMk/>
            <pc:sldMk cId="4209610739" sldId="279"/>
            <ac:spMk id="3" creationId="{46F15FB5-9326-0AD7-AA4C-FBBB48E70B71}"/>
          </ac:spMkLst>
        </pc:spChg>
        <pc:picChg chg="add mod ord">
          <ac:chgData name="Guest User" userId="" providerId="Windows Live" clId="Web-{85A82156-8AF2-23CE-16F2-398C69875AFC}" dt="2025-12-22T12:14:53.841" v="1047" actId="14100"/>
          <ac:picMkLst>
            <pc:docMk/>
            <pc:sldMk cId="4209610739" sldId="279"/>
            <ac:picMk id="4" creationId="{DD04B6FD-F326-8897-E667-057FDA50073B}"/>
          </ac:picMkLst>
        </pc:picChg>
        <pc:picChg chg="add mod">
          <ac:chgData name="Guest User" userId="" providerId="Windows Live" clId="Web-{85A82156-8AF2-23CE-16F2-398C69875AFC}" dt="2025-12-22T12:17:07.237" v="1060" actId="1076"/>
          <ac:picMkLst>
            <pc:docMk/>
            <pc:sldMk cId="4209610739" sldId="279"/>
            <ac:picMk id="5" creationId="{C64B421C-7F80-99F6-834B-AA40CA53BEA8}"/>
          </ac:picMkLst>
        </pc:picChg>
        <pc:picChg chg="add del">
          <ac:chgData name="Guest User" userId="" providerId="Windows Live" clId="Web-{85A82156-8AF2-23CE-16F2-398C69875AFC}" dt="2025-12-22T12:06:45.936" v="997"/>
          <ac:picMkLst>
            <pc:docMk/>
            <pc:sldMk cId="4209610739" sldId="279"/>
            <ac:picMk id="6" creationId="{6B281222-F8B9-979B-B475-F73077BF731B}"/>
          </ac:picMkLst>
        </pc:picChg>
        <pc:cxnChg chg="add del mod">
          <ac:chgData name="Guest User" userId="" providerId="Windows Live" clId="Web-{85A82156-8AF2-23CE-16F2-398C69875AFC}" dt="2025-12-22T12:18:34.927" v="1075"/>
          <ac:cxnSpMkLst>
            <pc:docMk/>
            <pc:sldMk cId="4209610739" sldId="279"/>
            <ac:cxnSpMk id="7" creationId="{7719A592-5BB3-D3F9-EE0E-7E278D876E01}"/>
          </ac:cxnSpMkLst>
        </pc:cxnChg>
        <pc:cxnChg chg="add mod">
          <ac:chgData name="Guest User" userId="" providerId="Windows Live" clId="Web-{85A82156-8AF2-23CE-16F2-398C69875AFC}" dt="2025-12-22T12:19:40.867" v="1084" actId="14100"/>
          <ac:cxnSpMkLst>
            <pc:docMk/>
            <pc:sldMk cId="4209610739" sldId="279"/>
            <ac:cxnSpMk id="9" creationId="{6C675161-AF62-BFD8-FEB5-974406D61425}"/>
          </ac:cxnSpMkLst>
        </pc:cxnChg>
      </pc:sldChg>
      <pc:sldChg chg="addSp delSp modSp new">
        <pc:chgData name="Guest User" userId="" providerId="Windows Live" clId="Web-{85A82156-8AF2-23CE-16F2-398C69875AFC}" dt="2025-12-22T12:19:18.475" v="1080" actId="14100"/>
        <pc:sldMkLst>
          <pc:docMk/>
          <pc:sldMk cId="1780153288" sldId="280"/>
        </pc:sldMkLst>
        <pc:spChg chg="mod">
          <ac:chgData name="Guest User" userId="" providerId="Windows Live" clId="Web-{85A82156-8AF2-23CE-16F2-398C69875AFC}" dt="2025-12-22T12:05:18.825" v="990" actId="20577"/>
          <ac:spMkLst>
            <pc:docMk/>
            <pc:sldMk cId="1780153288" sldId="280"/>
            <ac:spMk id="2" creationId="{BC904486-E8E4-787F-A00D-DC582FD8ABE2}"/>
          </ac:spMkLst>
        </pc:spChg>
        <pc:spChg chg="del">
          <ac:chgData name="Guest User" userId="" providerId="Windows Live" clId="Web-{85A82156-8AF2-23CE-16F2-398C69875AFC}" dt="2025-12-22T12:02:59.041" v="971"/>
          <ac:spMkLst>
            <pc:docMk/>
            <pc:sldMk cId="1780153288" sldId="280"/>
            <ac:spMk id="3" creationId="{873A43E5-5288-3BF0-9355-7950E43A4564}"/>
          </ac:spMkLst>
        </pc:spChg>
        <pc:picChg chg="add mod ord">
          <ac:chgData name="Guest User" userId="" providerId="Windows Live" clId="Web-{85A82156-8AF2-23CE-16F2-398C69875AFC}" dt="2025-12-22T12:15:15.233" v="1051" actId="1076"/>
          <ac:picMkLst>
            <pc:docMk/>
            <pc:sldMk cId="1780153288" sldId="280"/>
            <ac:picMk id="4" creationId="{A00EBF49-FBE2-2C88-07A6-2EF62E80ECBA}"/>
          </ac:picMkLst>
        </pc:picChg>
        <pc:picChg chg="add mod">
          <ac:chgData name="Guest User" userId="" providerId="Windows Live" clId="Web-{85A82156-8AF2-23CE-16F2-398C69875AFC}" dt="2025-12-22T12:18:56.412" v="1077" actId="1076"/>
          <ac:picMkLst>
            <pc:docMk/>
            <pc:sldMk cId="1780153288" sldId="280"/>
            <ac:picMk id="5" creationId="{A38DBE85-F34A-5BD2-EE08-028399AD3650}"/>
          </ac:picMkLst>
        </pc:picChg>
        <pc:cxnChg chg="add mod">
          <ac:chgData name="Guest User" userId="" providerId="Windows Live" clId="Web-{85A82156-8AF2-23CE-16F2-398C69875AFC}" dt="2025-12-22T12:19:18.475" v="1080" actId="14100"/>
          <ac:cxnSpMkLst>
            <pc:docMk/>
            <pc:sldMk cId="1780153288" sldId="280"/>
            <ac:cxnSpMk id="7" creationId="{401AC68A-4B31-B67F-09C7-4A7AF7B00CD6}"/>
          </ac:cxnSpMkLst>
        </pc:cxnChg>
      </pc:sldChg>
      <pc:sldChg chg="addSp delSp modSp new">
        <pc:chgData name="Guest User" userId="" providerId="Windows Live" clId="Web-{85A82156-8AF2-23CE-16F2-398C69875AFC}" dt="2025-12-22T12:20:04.372" v="1090"/>
        <pc:sldMkLst>
          <pc:docMk/>
          <pc:sldMk cId="3431147877" sldId="281"/>
        </pc:sldMkLst>
        <pc:spChg chg="mod">
          <ac:chgData name="Guest User" userId="" providerId="Windows Live" clId="Web-{85A82156-8AF2-23CE-16F2-398C69875AFC}" dt="2025-12-22T12:05:19.263" v="992" actId="20577"/>
          <ac:spMkLst>
            <pc:docMk/>
            <pc:sldMk cId="3431147877" sldId="281"/>
            <ac:spMk id="2" creationId="{1FE804BE-1C9E-0A9B-E623-9165D7744D44}"/>
          </ac:spMkLst>
        </pc:spChg>
        <pc:spChg chg="del">
          <ac:chgData name="Guest User" userId="" providerId="Windows Live" clId="Web-{85A82156-8AF2-23CE-16F2-398C69875AFC}" dt="2025-12-22T12:03:00.369" v="973"/>
          <ac:spMkLst>
            <pc:docMk/>
            <pc:sldMk cId="3431147877" sldId="281"/>
            <ac:spMk id="3" creationId="{615B6513-F827-DA5F-2615-3E2A99DC911E}"/>
          </ac:spMkLst>
        </pc:spChg>
        <pc:picChg chg="add mod ord">
          <ac:chgData name="Guest User" userId="" providerId="Windows Live" clId="Web-{85A82156-8AF2-23CE-16F2-398C69875AFC}" dt="2025-12-22T12:15:15.326" v="1053" actId="1076"/>
          <ac:picMkLst>
            <pc:docMk/>
            <pc:sldMk cId="3431147877" sldId="281"/>
            <ac:picMk id="4" creationId="{A3D9AC9C-B242-C17A-B08E-AD58EEF6EB5B}"/>
          </ac:picMkLst>
        </pc:picChg>
        <pc:picChg chg="add del">
          <ac:chgData name="Guest User" userId="" providerId="Windows Live" clId="Web-{85A82156-8AF2-23CE-16F2-398C69875AFC}" dt="2025-12-22T12:09:19.017" v="1030"/>
          <ac:picMkLst>
            <pc:docMk/>
            <pc:sldMk cId="3431147877" sldId="281"/>
            <ac:picMk id="5" creationId="{7C4BF38A-74AD-84FB-6227-4F2F498FC84F}"/>
          </ac:picMkLst>
        </pc:picChg>
        <pc:picChg chg="add mod">
          <ac:chgData name="Guest User" userId="" providerId="Windows Live" clId="Web-{85A82156-8AF2-23CE-16F2-398C69875AFC}" dt="2025-12-22T12:19:41.820" v="1086" actId="1076"/>
          <ac:picMkLst>
            <pc:docMk/>
            <pc:sldMk cId="3431147877" sldId="281"/>
            <ac:picMk id="6" creationId="{D12DDD0F-7CB3-91A4-802B-1EF0E2E12A02}"/>
          </ac:picMkLst>
        </pc:picChg>
        <pc:cxnChg chg="add">
          <ac:chgData name="Guest User" userId="" providerId="Windows Live" clId="Web-{85A82156-8AF2-23CE-16F2-398C69875AFC}" dt="2025-12-22T12:19:41.601" v="1085"/>
          <ac:cxnSpMkLst>
            <pc:docMk/>
            <pc:sldMk cId="3431147877" sldId="281"/>
            <ac:cxnSpMk id="8" creationId="{DB2D0B74-34D6-E141-6B5B-1EDC4780753A}"/>
          </ac:cxnSpMkLst>
        </pc:cxnChg>
        <pc:cxnChg chg="add del">
          <ac:chgData name="Guest User" userId="" providerId="Windows Live" clId="Web-{85A82156-8AF2-23CE-16F2-398C69875AFC}" dt="2025-12-22T12:20:04.372" v="1090"/>
          <ac:cxnSpMkLst>
            <pc:docMk/>
            <pc:sldMk cId="3431147877" sldId="281"/>
            <ac:cxnSpMk id="10" creationId="{5D8CA79F-1170-403C-69A5-87A5E9441940}"/>
          </ac:cxnSpMkLst>
        </pc:cxnChg>
        <pc:cxnChg chg="add del">
          <ac:chgData name="Guest User" userId="" providerId="Windows Live" clId="Web-{85A82156-8AF2-23CE-16F2-398C69875AFC}" dt="2025-12-22T12:20:04.326" v="1089"/>
          <ac:cxnSpMkLst>
            <pc:docMk/>
            <pc:sldMk cId="3431147877" sldId="281"/>
            <ac:cxnSpMk id="12" creationId="{050CFF92-9986-DA61-13D4-310D41AE48B4}"/>
          </ac:cxnSpMkLst>
        </pc:cxnChg>
      </pc:sldChg>
      <pc:sldChg chg="new del">
        <pc:chgData name="Guest User" userId="" providerId="Windows Live" clId="Web-{85A82156-8AF2-23CE-16F2-398C69875AFC}" dt="2025-12-22T12:09:19.142" v="1032"/>
        <pc:sldMkLst>
          <pc:docMk/>
          <pc:sldMk cId="3691484290" sldId="282"/>
        </pc:sldMkLst>
      </pc:sldChg>
      <pc:sldChg chg="add del replId">
        <pc:chgData name="Guest User" userId="" providerId="Windows Live" clId="Web-{85A82156-8AF2-23CE-16F2-398C69875AFC}" dt="2025-12-22T12:03:45.323" v="980"/>
        <pc:sldMkLst>
          <pc:docMk/>
          <pc:sldMk cId="1366606435" sldId="284"/>
        </pc:sldMkLst>
      </pc:sldChg>
      <pc:sldChg chg="addSp delSp modSp del">
        <pc:chgData name="Guest User" userId="" providerId="Windows Live" clId="Web-{85A82156-8AF2-23CE-16F2-398C69875AFC}" dt="2025-12-22T12:42:46.755" v="1200"/>
        <pc:sldMkLst>
          <pc:docMk/>
          <pc:sldMk cId="3367705579" sldId="284"/>
        </pc:sldMkLst>
        <pc:spChg chg="del mod">
          <ac:chgData name="Guest User" userId="" providerId="Windows Live" clId="Web-{85A82156-8AF2-23CE-16F2-398C69875AFC}" dt="2025-12-22T12:41:21.208" v="1197"/>
          <ac:spMkLst>
            <pc:docMk/>
            <pc:sldMk cId="3367705579" sldId="284"/>
            <ac:spMk id="2" creationId="{31A7B86D-29F9-08E2-A4CF-1A0CCD2FB64B}"/>
          </ac:spMkLst>
        </pc:spChg>
        <pc:spChg chg="add del mod">
          <ac:chgData name="Guest User" userId="" providerId="Windows Live" clId="Web-{85A82156-8AF2-23CE-16F2-398C69875AFC}" dt="2025-12-22T12:35:04.840" v="1125"/>
          <ac:spMkLst>
            <pc:docMk/>
            <pc:sldMk cId="3367705579" sldId="284"/>
            <ac:spMk id="9" creationId="{60039BCE-7C30-D5E1-9402-7E46104D41FE}"/>
          </ac:spMkLst>
        </pc:spChg>
        <pc:spChg chg="add mod">
          <ac:chgData name="Guest User" userId="" providerId="Windows Live" clId="Web-{85A82156-8AF2-23CE-16F2-398C69875AFC}" dt="2025-12-22T12:35:27.247" v="1129" actId="1076"/>
          <ac:spMkLst>
            <pc:docMk/>
            <pc:sldMk cId="3367705579" sldId="284"/>
            <ac:spMk id="11" creationId="{2E86E52B-B559-8006-A891-55FFD4074490}"/>
          </ac:spMkLst>
        </pc:spChg>
        <pc:spChg chg="add del">
          <ac:chgData name="Guest User" userId="" providerId="Windows Live" clId="Web-{85A82156-8AF2-23CE-16F2-398C69875AFC}" dt="2025-12-22T12:35:49.653" v="1133"/>
          <ac:spMkLst>
            <pc:docMk/>
            <pc:sldMk cId="3367705579" sldId="284"/>
            <ac:spMk id="12" creationId="{5A8E85D5-2A65-A97C-2E1D-A05E9D26C87B}"/>
          </ac:spMkLst>
        </pc:spChg>
        <pc:spChg chg="add del mod">
          <ac:chgData name="Guest User" userId="" providerId="Windows Live" clId="Web-{85A82156-8AF2-23CE-16F2-398C69875AFC}" dt="2025-12-22T12:40:12.974" v="1179"/>
          <ac:spMkLst>
            <pc:docMk/>
            <pc:sldMk cId="3367705579" sldId="284"/>
            <ac:spMk id="13" creationId="{4D3F943A-9423-39AD-E02C-8600C6B17A7A}"/>
          </ac:spMkLst>
        </pc:spChg>
        <pc:spChg chg="add del mod">
          <ac:chgData name="Guest User" userId="" providerId="Windows Live" clId="Web-{85A82156-8AF2-23CE-16F2-398C69875AFC}" dt="2025-12-22T12:41:21.193" v="1196"/>
          <ac:spMkLst>
            <pc:docMk/>
            <pc:sldMk cId="3367705579" sldId="284"/>
            <ac:spMk id="14" creationId="{0267E66D-8601-56C3-D209-8FB4EDEC129D}"/>
          </ac:spMkLst>
        </pc:spChg>
        <pc:spChg chg="add del mod">
          <ac:chgData name="Guest User" userId="" providerId="Windows Live" clId="Web-{85A82156-8AF2-23CE-16F2-398C69875AFC}" dt="2025-12-22T12:41:42.818" v="1199"/>
          <ac:spMkLst>
            <pc:docMk/>
            <pc:sldMk cId="3367705579" sldId="284"/>
            <ac:spMk id="16" creationId="{D76E391B-AF0E-057A-2638-FD829F279C2F}"/>
          </ac:spMkLst>
        </pc:spChg>
        <pc:spChg chg="add mod">
          <ac:chgData name="Guest User" userId="" providerId="Windows Live" clId="Web-{85A82156-8AF2-23CE-16F2-398C69875AFC}" dt="2025-12-22T12:41:21.208" v="1197"/>
          <ac:spMkLst>
            <pc:docMk/>
            <pc:sldMk cId="3367705579" sldId="284"/>
            <ac:spMk id="18" creationId="{F779167F-77AD-FEEF-00DE-23C912410ED3}"/>
          </ac:spMkLst>
        </pc:spChg>
        <pc:graphicFrameChg chg="add del mod ord modGraphic">
          <ac:chgData name="Guest User" userId="" providerId="Windows Live" clId="Web-{85A82156-8AF2-23CE-16F2-398C69875AFC}" dt="2025-12-22T12:41:42.818" v="1199"/>
          <ac:graphicFrameMkLst>
            <pc:docMk/>
            <pc:sldMk cId="3367705579" sldId="284"/>
            <ac:graphicFrameMk id="19" creationId="{1A2834E7-84DD-FC09-71C3-1D2ABE3B9FC7}"/>
          </ac:graphicFrameMkLst>
        </pc:graphicFrameChg>
        <pc:picChg chg="del mod">
          <ac:chgData name="Guest User" userId="" providerId="Windows Live" clId="Web-{85A82156-8AF2-23CE-16F2-398C69875AFC}" dt="2025-12-22T12:40:36.411" v="1186"/>
          <ac:picMkLst>
            <pc:docMk/>
            <pc:sldMk cId="3367705579" sldId="284"/>
            <ac:picMk id="5" creationId="{3608DEE1-F9ED-7A39-1EC4-9605003F0EF8}"/>
          </ac:picMkLst>
        </pc:picChg>
        <pc:picChg chg="del mod">
          <ac:chgData name="Guest User" userId="" providerId="Windows Live" clId="Web-{85A82156-8AF2-23CE-16F2-398C69875AFC}" dt="2025-12-22T12:40:13.458" v="1182"/>
          <ac:picMkLst>
            <pc:docMk/>
            <pc:sldMk cId="3367705579" sldId="284"/>
            <ac:picMk id="6" creationId="{65310C21-2B16-073A-9653-7D412E7C7E53}"/>
          </ac:picMkLst>
        </pc:picChg>
        <pc:picChg chg="del mod">
          <ac:chgData name="Guest User" userId="" providerId="Windows Live" clId="Web-{85A82156-8AF2-23CE-16F2-398C69875AFC}" dt="2025-12-22T12:35:26.653" v="1126"/>
          <ac:picMkLst>
            <pc:docMk/>
            <pc:sldMk cId="3367705579" sldId="284"/>
            <ac:picMk id="7" creationId="{F9026645-75CD-2571-3043-39728B3B6290}"/>
          </ac:picMkLst>
        </pc:picChg>
        <pc:picChg chg="del mod">
          <ac:chgData name="Guest User" userId="" providerId="Windows Live" clId="Web-{85A82156-8AF2-23CE-16F2-398C69875AFC}" dt="2025-12-22T12:35:27.059" v="1127"/>
          <ac:picMkLst>
            <pc:docMk/>
            <pc:sldMk cId="3367705579" sldId="284"/>
            <ac:picMk id="8" creationId="{89925077-D455-7D3C-7614-17907A8EFC6B}"/>
          </ac:picMkLst>
        </pc:picChg>
      </pc:sldChg>
      <pc:sldChg chg="add del replId">
        <pc:chgData name="Guest User" userId="" providerId="Windows Live" clId="Web-{85A82156-8AF2-23CE-16F2-398C69875AFC}" dt="2025-12-22T12:03:45.214" v="978"/>
        <pc:sldMkLst>
          <pc:docMk/>
          <pc:sldMk cId="3892789336" sldId="284"/>
        </pc:sldMkLst>
      </pc:sldChg>
      <pc:sldChg chg="addSp modSp">
        <pc:chgData name="Guest User" userId="" providerId="Windows Live" clId="Web-{85A82156-8AF2-23CE-16F2-398C69875AFC}" dt="2025-12-22T12:38:22.284" v="1171" actId="1076"/>
        <pc:sldMkLst>
          <pc:docMk/>
          <pc:sldMk cId="3205274761" sldId="285"/>
        </pc:sldMkLst>
        <pc:spChg chg="mod">
          <ac:chgData name="Guest User" userId="" providerId="Windows Live" clId="Web-{85A82156-8AF2-23CE-16F2-398C69875AFC}" dt="2025-12-22T12:37:37.845" v="1155" actId="20577"/>
          <ac:spMkLst>
            <pc:docMk/>
            <pc:sldMk cId="3205274761" sldId="285"/>
            <ac:spMk id="2" creationId="{D285B650-714C-A5AB-AE02-42EBA0896514}"/>
          </ac:spMkLst>
        </pc:spChg>
        <pc:spChg chg="add mod">
          <ac:chgData name="Guest User" userId="" providerId="Windows Live" clId="Web-{85A82156-8AF2-23CE-16F2-398C69875AFC}" dt="2025-12-22T12:37:59.689" v="1160" actId="1076"/>
          <ac:spMkLst>
            <pc:docMk/>
            <pc:sldMk cId="3205274761" sldId="285"/>
            <ac:spMk id="4" creationId="{12745DCD-895E-6BC3-FF65-C301CD65E5FD}"/>
          </ac:spMkLst>
        </pc:spChg>
        <pc:spChg chg="add mod">
          <ac:chgData name="Guest User" userId="" providerId="Windows Live" clId="Web-{85A82156-8AF2-23CE-16F2-398C69875AFC}" dt="2025-12-22T12:38:22.112" v="1168" actId="1076"/>
          <ac:spMkLst>
            <pc:docMk/>
            <pc:sldMk cId="3205274761" sldId="285"/>
            <ac:spMk id="8" creationId="{476B824F-244A-C724-1921-BCD2534FA4F8}"/>
          </ac:spMkLst>
        </pc:spChg>
        <pc:picChg chg="mod">
          <ac:chgData name="Guest User" userId="" providerId="Windows Live" clId="Web-{85A82156-8AF2-23CE-16F2-398C69875AFC}" dt="2025-12-22T12:38:22.284" v="1171" actId="1076"/>
          <ac:picMkLst>
            <pc:docMk/>
            <pc:sldMk cId="3205274761" sldId="285"/>
            <ac:picMk id="5" creationId="{4BF41E39-0D6C-0AE1-2B1A-063C8E80F05A}"/>
          </ac:picMkLst>
        </pc:picChg>
        <pc:picChg chg="mod">
          <ac:chgData name="Guest User" userId="" providerId="Windows Live" clId="Web-{85A82156-8AF2-23CE-16F2-398C69875AFC}" dt="2025-12-22T12:38:21.831" v="1163" actId="1076"/>
          <ac:picMkLst>
            <pc:docMk/>
            <pc:sldMk cId="3205274761" sldId="285"/>
            <ac:picMk id="6" creationId="{7234703D-C41F-A647-F1C3-2F35D9451218}"/>
          </ac:picMkLst>
        </pc:picChg>
      </pc:sldChg>
      <pc:sldChg chg="addSp delSp modSp add replId">
        <pc:chgData name="Guest User" userId="" providerId="Windows Live" clId="Web-{85A82156-8AF2-23CE-16F2-398C69875AFC}" dt="2025-12-22T12:44:11.631" v="1212" actId="14100"/>
        <pc:sldMkLst>
          <pc:docMk/>
          <pc:sldMk cId="353893700" sldId="288"/>
        </pc:sldMkLst>
        <pc:spChg chg="mod">
          <ac:chgData name="Guest User" userId="" providerId="Windows Live" clId="Web-{85A82156-8AF2-23CE-16F2-398C69875AFC}" dt="2025-12-22T12:40:13.020" v="1181" actId="20577"/>
          <ac:spMkLst>
            <pc:docMk/>
            <pc:sldMk cId="353893700" sldId="288"/>
            <ac:spMk id="4" creationId="{F745FF74-C3E3-508E-3E33-32FF3738C6A8}"/>
          </ac:spMkLst>
        </pc:spChg>
        <pc:spChg chg="add del mod">
          <ac:chgData name="Guest User" userId="" providerId="Windows Live" clId="Web-{85A82156-8AF2-23CE-16F2-398C69875AFC}" dt="2025-12-22T12:40:36.458" v="1187"/>
          <ac:spMkLst>
            <pc:docMk/>
            <pc:sldMk cId="353893700" sldId="288"/>
            <ac:spMk id="8" creationId="{C5CF0719-D879-2299-84B7-D6DA872FA67D}"/>
          </ac:spMkLst>
        </pc:spChg>
        <pc:spChg chg="mod">
          <ac:chgData name="Guest User" userId="" providerId="Windows Live" clId="Web-{85A82156-8AF2-23CE-16F2-398C69875AFC}" dt="2025-12-22T12:40:36.880" v="1192" actId="1076"/>
          <ac:spMkLst>
            <pc:docMk/>
            <pc:sldMk cId="353893700" sldId="288"/>
            <ac:spMk id="10" creationId="{B5FD69AD-7409-4A99-B433-73C3A2AEF0C3}"/>
          </ac:spMkLst>
        </pc:spChg>
        <pc:spChg chg="add del">
          <ac:chgData name="Guest User" userId="" providerId="Windows Live" clId="Web-{85A82156-8AF2-23CE-16F2-398C69875AFC}" dt="2025-12-22T12:43:07.756" v="1202"/>
          <ac:spMkLst>
            <pc:docMk/>
            <pc:sldMk cId="353893700" sldId="288"/>
            <ac:spMk id="11" creationId="{7A3081B5-28FA-FE02-010B-4EB34DD78209}"/>
          </ac:spMkLst>
        </pc:spChg>
        <pc:spChg chg="add mod">
          <ac:chgData name="Guest User" userId="" providerId="Windows Live" clId="Web-{85A82156-8AF2-23CE-16F2-398C69875AFC}" dt="2025-12-22T12:44:11.631" v="1212" actId="14100"/>
          <ac:spMkLst>
            <pc:docMk/>
            <pc:sldMk cId="353893700" sldId="288"/>
            <ac:spMk id="12" creationId="{9BA94078-0621-C967-CFC1-6DD489B145BE}"/>
          </ac:spMkLst>
        </pc:spChg>
        <pc:picChg chg="add mod">
          <ac:chgData name="Guest User" userId="" providerId="Windows Live" clId="Web-{85A82156-8AF2-23CE-16F2-398C69875AFC}" dt="2025-12-22T12:40:36.864" v="1191" actId="1076"/>
          <ac:picMkLst>
            <pc:docMk/>
            <pc:sldMk cId="353893700" sldId="288"/>
            <ac:picMk id="3" creationId="{4D1D4581-2B4A-54AD-15E1-7CEEA8653A86}"/>
          </ac:picMkLst>
        </pc:picChg>
        <pc:picChg chg="del">
          <ac:chgData name="Guest User" userId="" providerId="Windows Live" clId="Web-{85A82156-8AF2-23CE-16F2-398C69875AFC}" dt="2025-12-22T12:40:36.286" v="1184"/>
          <ac:picMkLst>
            <pc:docMk/>
            <pc:sldMk cId="353893700" sldId="288"/>
            <ac:picMk id="5" creationId="{D292FAF7-E4B1-8E2A-E8F0-CF326F3853B4}"/>
          </ac:picMkLst>
        </pc:picChg>
        <pc:picChg chg="del">
          <ac:chgData name="Guest User" userId="" providerId="Windows Live" clId="Web-{85A82156-8AF2-23CE-16F2-398C69875AFC}" dt="2025-12-22T12:40:36.724" v="1188"/>
          <ac:picMkLst>
            <pc:docMk/>
            <pc:sldMk cId="353893700" sldId="288"/>
            <ac:picMk id="7" creationId="{165AAFB9-4715-DD5E-05DE-D0004967E23E}"/>
          </ac:picMkLst>
        </pc:picChg>
        <pc:picChg chg="add mod ord">
          <ac:chgData name="Guest User" userId="" providerId="Windows Live" clId="Web-{85A82156-8AF2-23CE-16F2-398C69875AFC}" dt="2025-12-22T12:40:37.083" v="1193" actId="1076"/>
          <ac:picMkLst>
            <pc:docMk/>
            <pc:sldMk cId="353893700" sldId="288"/>
            <ac:picMk id="9" creationId="{92E68406-D5E3-4259-55EB-927DFFF1AF67}"/>
          </ac:picMkLst>
        </pc:picChg>
      </pc:sldChg>
      <pc:sldChg chg="del">
        <pc:chgData name="Guest User" userId="" providerId="Windows Live" clId="Web-{85A82156-8AF2-23CE-16F2-398C69875AFC}" dt="2025-12-22T12:39:50.176" v="1175"/>
        <pc:sldMkLst>
          <pc:docMk/>
          <pc:sldMk cId="4031285954" sldId="288"/>
        </pc:sldMkLst>
      </pc:sldChg>
      <pc:sldChg chg="add del replId">
        <pc:chgData name="Guest User" userId="" providerId="Windows Live" clId="Web-{85A82156-8AF2-23CE-16F2-398C69875AFC}" dt="2025-12-22T12:39:50.192" v="1176"/>
        <pc:sldMkLst>
          <pc:docMk/>
          <pc:sldMk cId="1797227263" sldId="28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3217DF-1E62-49C9-AABA-257E84BB8466}" type="datetimeFigureOut">
              <a:rPr lang="zh-TW" altLang="en-US" smtClean="0"/>
              <a:t>2025/12/22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CAF371-8043-4423-8762-9022331F308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8950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CAF371-8043-4423-8762-9022331F308A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40300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CAF371-8043-4423-8762-9022331F308A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8829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BF085A-6ACF-8864-4AED-EDD3FB9E70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C975520-CF2F-009B-7BCB-61924377FA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366BCCA-A1BD-A0A5-73EF-62B71FE4C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FBE3C-2B46-4F27-8298-61961D71C3AC}" type="datetimeFigureOut">
              <a:rPr lang="zh-TW" altLang="en-US" smtClean="0"/>
              <a:t>2025/12/22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F8C6837-7C9F-B9C5-0717-BA5D53228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A6FFD0C-41F4-9097-FBFC-4CD91BD2F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19342-034E-4A59-9957-69D5203872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7978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0E6C41-6669-D693-AF8A-F0E78F650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2609D39-03CD-79E5-47BA-1D60E6224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0ED266D-8502-843B-F0CC-36D0F61EB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FBE3C-2B46-4F27-8298-61961D71C3AC}" type="datetimeFigureOut">
              <a:rPr lang="zh-TW" altLang="en-US" smtClean="0"/>
              <a:t>2025/12/22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C078130-3494-B6C6-5545-F56ED7F2F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51B27EA-759B-DA15-AA44-7F1E8943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19342-034E-4A59-9957-69D5203872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0825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8E2B65-3E12-C0D1-4765-31E60FDEE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C871BC1-F1DA-3A49-FDCC-5EA02F08D2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BFF06A7-13C1-950C-A098-58A6B3B1F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FBE3C-2B46-4F27-8298-61961D71C3AC}" type="datetimeFigureOut">
              <a:rPr lang="zh-TW" altLang="en-US" smtClean="0"/>
              <a:t>2025/12/22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6D5980C-5EFD-E3EC-AFFB-BEC597ACF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1E13A3B-8199-AE3C-C01E-930A4508A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19342-034E-4A59-9957-69D5203872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8843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13882D-BDC8-AE6E-3844-588F7F872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AF0AAE9-A79B-14B9-89F2-B0CF55C7AA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2F5B656-5606-E38C-4DAC-1500F36445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7D5CA31-0B21-AEA0-8F81-3A5C7B308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FBE3C-2B46-4F27-8298-61961D71C3AC}" type="datetimeFigureOut">
              <a:rPr lang="zh-TW" altLang="en-US" smtClean="0"/>
              <a:t>2025/12/22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6CC6DF0-DBB1-8C12-A03B-92235A106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8E7AAE4-4DD2-3672-0773-BFD35CEF6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19342-034E-4A59-9957-69D5203872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1163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350575-BDBD-61E2-133D-555AD0E1A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42D33EC-70F0-BCD9-9401-8AD73AE750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7B2A6FE-CDA1-82DD-FD5A-8831D468F0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74D1952-1E01-CB5D-A276-DBE6378923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3A1635E-4E80-BE62-EB20-ED6B0647FB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740D332-55E2-FEF8-B5E8-2F443FAFB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FBE3C-2B46-4F27-8298-61961D71C3AC}" type="datetimeFigureOut">
              <a:rPr lang="zh-TW" altLang="en-US" smtClean="0"/>
              <a:t>2025/12/22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F816AB22-50B1-4A99-67C9-1063325CC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8209967-25CC-B533-8737-2060F260D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19342-034E-4A59-9957-69D5203872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7409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ACD4B5-CCFC-FB03-A86B-CB0DAC3B7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646B09C-20E2-6BDC-D003-5F047FFE9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FBE3C-2B46-4F27-8298-61961D71C3AC}" type="datetimeFigureOut">
              <a:rPr lang="zh-TW" altLang="en-US" smtClean="0"/>
              <a:t>2025/12/22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A2EAAE1-4F5E-D25D-2B0B-6A6C2BF80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DF18F8F-B957-585B-E9D9-822C44E52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19342-034E-4A59-9957-69D5203872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7870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8639B64-742B-505C-AB33-0ACC4F578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FBE3C-2B46-4F27-8298-61961D71C3AC}" type="datetimeFigureOut">
              <a:rPr lang="zh-TW" altLang="en-US" smtClean="0"/>
              <a:t>2025/12/22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4E66C88-D5A5-FA23-86FE-F97D2A8E9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03AFEB8-8EE6-ACF7-B32C-2BD7D8DEC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19342-034E-4A59-9957-69D5203872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1026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5D315F-C22F-B5E1-3BE9-71134A1C1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F245B02-8326-393E-5884-55925E58F7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4AD7693-B04F-FB07-5A78-9AA23616EF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F547968-4B8F-6EC2-DB3F-FD1068A3D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FBE3C-2B46-4F27-8298-61961D71C3AC}" type="datetimeFigureOut">
              <a:rPr lang="zh-TW" altLang="en-US" smtClean="0"/>
              <a:t>2025/12/22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AC376E5-CA5E-57F9-488F-9B0846955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6F8AA36-383A-B12B-F77E-79E33B544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19342-034E-4A59-9957-69D5203872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1650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788926-9AC3-5A2D-E2A3-F1F6D3BF4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148E5DA6-DFD4-65F5-5667-55AC21E242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0507C0B-1B1E-29AB-AA59-A047E35FDD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5D56EE9-F95B-6A88-30A6-18AD9759E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FBE3C-2B46-4F27-8298-61961D71C3AC}" type="datetimeFigureOut">
              <a:rPr lang="zh-TW" altLang="en-US" smtClean="0"/>
              <a:t>2025/12/22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EABBF32-F231-7ABF-8722-160FF4235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2EB6E30-7729-5399-672E-5CA6E97CE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19342-034E-4A59-9957-69D5203872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0231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EBC05C-9D00-F105-9A96-8D5C95D05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C8EC176-F13A-8CF7-28D1-5918695EA5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97F2A3C-F8E0-0E7B-62D0-E455598B4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FBE3C-2B46-4F27-8298-61961D71C3AC}" type="datetimeFigureOut">
              <a:rPr lang="zh-TW" altLang="en-US" smtClean="0"/>
              <a:t>2025/12/22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4CD4895-1A59-6506-305A-A8853421E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87DAA0B-31A9-908E-9BC8-513BA0C92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19342-034E-4A59-9957-69D5203872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1690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BDD2699-3B4D-AFC4-3A26-2CC092F19A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CC5368D-C4BB-A98C-0A14-E26B722CA8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AC99E7A-CC1B-786E-216F-96706FD12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FBE3C-2B46-4F27-8298-61961D71C3AC}" type="datetimeFigureOut">
              <a:rPr lang="zh-TW" altLang="en-US" smtClean="0"/>
              <a:t>2025/12/22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D26B064-290B-E95E-B2C5-CECE56BCE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049B837-6EE8-54E5-33B1-DF182955C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19342-034E-4A59-9957-69D5203872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5670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FCA8C33-7243-606D-14C6-C3080E178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1D19F70-EEAD-3ED4-9773-F52545C2B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7ED225C-AC7B-6CD2-20A1-953144D79D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B1FFBE3C-2B46-4F27-8298-61961D71C3AC}" type="datetimeFigureOut">
              <a:rPr lang="zh-TW" altLang="en-US" smtClean="0"/>
              <a:pPr/>
              <a:t>2025/12/22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8115291-AEF7-0091-1CE6-4128FBF1A0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21687C7-2372-13FD-7795-45871E8F9D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6D319342-034E-4A59-9957-69D5203872F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1708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4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5.wdp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microsoft.com/office/2007/relationships/hdphoto" Target="../media/hdphoto7.wdp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microsoft.com/office/2007/relationships/hdphoto" Target="../media/hdphoto6.wdp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27382C-6B27-69D2-F6D1-25568C79F9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TW" altLang="en-US" sz="2800" b="1"/>
              <a:t>具 </a:t>
            </a:r>
            <a:r>
              <a:rPr lang="en-US" altLang="zh-TW" sz="2800" b="1"/>
              <a:t>Edge AI </a:t>
            </a:r>
            <a:r>
              <a:rPr lang="zh-TW" altLang="en-US" sz="2800" b="1"/>
              <a:t>與 </a:t>
            </a:r>
            <a:r>
              <a:rPr lang="en-US" altLang="zh-TW" sz="2800" b="1"/>
              <a:t>IoT </a:t>
            </a:r>
            <a:r>
              <a:rPr lang="zh-TW" altLang="en-US" sz="2800" b="1"/>
              <a:t>即時通訊的智慧魔杖系統</a:t>
            </a:r>
            <a:br>
              <a:rPr lang="en-US" altLang="zh-TW" sz="2800" b="1"/>
            </a:br>
            <a:b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  <a:cs typeface="Cascadia Code" panose="020B0609020000020004" pitchFamily="49" charset="0"/>
              </a:rPr>
            </a:b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  <a:cs typeface="Cascadia Code" panose="020B0609020000020004" pitchFamily="49" charset="0"/>
              </a:rPr>
              <a:t>邊緣魔杖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D9D7A86-F680-5F04-7000-A359C68B8B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 anchor="ctr"/>
          <a:lstStyle/>
          <a:p>
            <a:r>
              <a:rPr lang="zh-TW" altLang="en-US" b="1"/>
              <a:t>數位訊號處理實驗 期末專題發表</a:t>
            </a:r>
            <a:endParaRPr lang="en-US" altLang="zh-TW" b="1"/>
          </a:p>
          <a:p>
            <a:r>
              <a:rPr lang="zh-TW" altLang="en-US" b="1"/>
              <a:t>邊緣脈衝 簡惠心 林柏彣</a:t>
            </a:r>
          </a:p>
        </p:txBody>
      </p:sp>
    </p:spTree>
    <p:extLst>
      <p:ext uri="{BB962C8B-B14F-4D97-AF65-F5344CB8AC3E}">
        <p14:creationId xmlns:p14="http://schemas.microsoft.com/office/powerpoint/2010/main" val="372466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00A461-F024-4635-5F58-84942EB2B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/>
              <a:t>目錄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C6F0666-2D8D-2DCA-D3D8-2DD7F807C5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fontAlgn="base"/>
            <a:r>
              <a:rPr lang="zh-TW" altLang="en-US" b="1"/>
              <a:t>產品動機</a:t>
            </a:r>
          </a:p>
          <a:p>
            <a:pPr fontAlgn="base"/>
            <a:r>
              <a:rPr lang="zh-TW" altLang="en-US" b="1"/>
              <a:t>產品介紹</a:t>
            </a:r>
          </a:p>
          <a:p>
            <a:r>
              <a:rPr lang="zh-TW" altLang="en-US" b="1"/>
              <a:t>核心技術</a:t>
            </a:r>
          </a:p>
          <a:p>
            <a:pPr fontAlgn="base"/>
            <a:r>
              <a:rPr lang="zh-TW" altLang="en-US" b="1"/>
              <a:t>實體 </a:t>
            </a:r>
            <a:r>
              <a:rPr lang="en-US" altLang="zh-TW" b="1"/>
              <a:t>Demo</a:t>
            </a:r>
          </a:p>
          <a:p>
            <a:pPr fontAlgn="base"/>
            <a:r>
              <a:rPr lang="zh-TW" altLang="en-US" b="1"/>
              <a:t>市場機會</a:t>
            </a:r>
          </a:p>
          <a:p>
            <a:pPr fontAlgn="base"/>
            <a:r>
              <a:rPr lang="zh-TW" altLang="en-US" b="1"/>
              <a:t>團隊貢獻</a:t>
            </a:r>
          </a:p>
          <a:p>
            <a:pPr marL="0" indent="0">
              <a:buNone/>
            </a:pPr>
            <a:endParaRPr lang="zh-TW" altLang="en-US" b="1"/>
          </a:p>
        </p:txBody>
      </p:sp>
      <p:pic>
        <p:nvPicPr>
          <p:cNvPr id="7" name="圖片 6" descr="一張含有 創造力, 輪廓 的圖片&#10;&#10;AI 產生的內容可能不正確。">
            <a:extLst>
              <a:ext uri="{FF2B5EF4-FFF2-40B4-BE49-F238E27FC236}">
                <a16:creationId xmlns:a16="http://schemas.microsoft.com/office/drawing/2014/main" id="{D27B71BA-9906-E1C1-9CEE-C2EA0D53F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6781" y="290486"/>
            <a:ext cx="1828800" cy="1828800"/>
          </a:xfrm>
          <a:prstGeom prst="rect">
            <a:avLst/>
          </a:prstGeom>
        </p:spPr>
      </p:pic>
      <p:pic>
        <p:nvPicPr>
          <p:cNvPr id="9" name="圖片 8" descr="一張含有 圖形, 平面設計, 圖解, 美工圖案 的圖片&#10;&#10;AI 產生的內容可能不正確。">
            <a:extLst>
              <a:ext uri="{FF2B5EF4-FFF2-40B4-BE49-F238E27FC236}">
                <a16:creationId xmlns:a16="http://schemas.microsoft.com/office/drawing/2014/main" id="{F735D040-951B-3183-6CFE-B7C560452D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2506" y="2873547"/>
            <a:ext cx="3526971" cy="352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101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F361A-6C7D-CF4D-33EA-323017A46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0C622D-C409-BB07-46FC-5293D98B8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/>
              <a:t>產品動機</a:t>
            </a:r>
            <a:r>
              <a:rPr lang="en-US" altLang="zh-TW" b="1"/>
              <a:t>—</a:t>
            </a:r>
            <a:r>
              <a:rPr lang="zh-TW" altLang="en-US" b="1"/>
              <a:t>低頭族的聚會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5F91127-3D53-B043-26EA-6C53E1AD3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4746523" cy="4351338"/>
          </a:xfrm>
        </p:spPr>
        <p:txBody>
          <a:bodyPr/>
          <a:lstStyle/>
          <a:p>
            <a:pPr marL="0" indent="0">
              <a:buNone/>
            </a:pPr>
            <a:r>
              <a:rPr lang="zh-TW" altLang="en-US"/>
              <a:t>一群好友在聚會，明明人就在身邊，大家卻不約而同地掏出手機滑 </a:t>
            </a:r>
            <a:r>
              <a:rPr lang="en-US" altLang="zh-TW">
                <a:latin typeface="+mj-lt"/>
              </a:rPr>
              <a:t>IG</a:t>
            </a:r>
            <a:r>
              <a:rPr lang="zh-TW" altLang="en-US"/>
              <a:t>、玩手遊，或者忙著修圖發動態</a:t>
            </a:r>
            <a:r>
              <a:rPr lang="en-US" altLang="zh-TW"/>
              <a:t>……</a:t>
            </a:r>
            <a:br>
              <a:rPr lang="zh-TW" altLang="en-US" b="1"/>
            </a:br>
            <a:endParaRPr lang="zh-TW" altLang="en-US" b="1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1601682-7706-1E3E-5449-7E64C571B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7926" y="1837685"/>
            <a:ext cx="5830078" cy="3182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71CC7DD9-F4AA-AEA5-2CBE-88D23FB7B8A9}"/>
              </a:ext>
            </a:extLst>
          </p:cNvPr>
          <p:cNvSpPr txBox="1"/>
          <p:nvPr/>
        </p:nvSpPr>
        <p:spPr>
          <a:xfrm>
            <a:off x="1472380" y="5393454"/>
            <a:ext cx="98814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altLang="en-US" sz="2400" b="1" i="0" u="none" strike="noStrike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這種「實體聚會、虛擬互動」，讓</a:t>
            </a:r>
            <a:r>
              <a:rPr lang="zh-TW" altLang="en-US" sz="2400" b="1" i="0" u="none" strike="noStrike"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社交</a:t>
            </a:r>
            <a:r>
              <a:rPr lang="zh-TW" altLang="en-US" sz="2400" b="1" i="0" u="none" strike="noStrike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變得</a:t>
            </a:r>
            <a:r>
              <a:rPr lang="zh-TW" altLang="en-US" sz="2400" b="1" i="0" u="none" strike="noStrike"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碎片化</a:t>
            </a:r>
            <a:r>
              <a:rPr lang="zh-TW" altLang="en-US" sz="2400" b="1" i="0" u="none" strike="noStrike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。</a:t>
            </a:r>
            <a:br>
              <a:rPr lang="en-US" altLang="zh-TW" sz="2400" b="1">
                <a:solidFill>
                  <a:schemeClr val="bg1"/>
                </a:solidFill>
              </a:rPr>
            </a:br>
            <a:r>
              <a:rPr lang="zh-TW" altLang="en-US" sz="2400" b="1" i="0" u="none" strike="noStrike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雖然在遊戲裡對戰，但除了手指滑動，身體幾乎沒有任何物理性的互動，</a:t>
            </a:r>
            <a:r>
              <a:rPr lang="zh-TW" altLang="en-US" sz="2400" b="1" i="0" u="none" strike="noStrike"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缺乏真實帶入感</a:t>
            </a:r>
            <a:r>
              <a:rPr lang="zh-TW" altLang="en-US" sz="2400" b="1" i="0" u="none" strike="noStrike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與</a:t>
            </a:r>
            <a:r>
              <a:rPr lang="zh-TW" altLang="en-US" sz="2400" b="1" i="0" u="none" strike="noStrike"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一起做某件事的深刻記憶</a:t>
            </a:r>
            <a:r>
              <a:rPr lang="zh-TW" altLang="en-US" sz="2400" b="1" i="0" u="none" strike="noStrike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。</a:t>
            </a:r>
            <a:endParaRPr lang="zh-TW" altLang="en-US" sz="2400" b="1"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36545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FC0A97-D3B4-ADD5-12C6-E68515D08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/>
              <a:t>產品動機</a:t>
            </a:r>
            <a:r>
              <a:rPr lang="en-US" altLang="zh-TW" b="1"/>
              <a:t>—</a:t>
            </a:r>
            <a:r>
              <a:rPr lang="zh-TW" altLang="en-US" b="1"/>
              <a:t>實現童年的哈利波特魔法夢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03F2277-32BE-DF3B-A682-BACF823762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96000" cy="4351338"/>
          </a:xfrm>
        </p:spPr>
        <p:txBody>
          <a:bodyPr/>
          <a:lstStyle/>
          <a:p>
            <a:pPr fontAlgn="base"/>
            <a:r>
              <a:rPr lang="zh-TW" altLang="en-US"/>
              <a:t>即便已經是成人，心中仍有</a:t>
            </a:r>
            <a:r>
              <a:rPr lang="zh-TW" altLang="en-US">
                <a:solidFill>
                  <a:srgbClr val="FFC000"/>
                </a:solidFill>
              </a:rPr>
              <a:t>哈利波特魔法夢</a:t>
            </a:r>
          </a:p>
          <a:p>
            <a:pPr fontAlgn="base"/>
            <a:r>
              <a:rPr lang="zh-TW" altLang="en-US"/>
              <a:t>成就感與練習體驗：想要具備</a:t>
            </a:r>
            <a:r>
              <a:rPr lang="zh-TW" altLang="en-US">
                <a:solidFill>
                  <a:srgbClr val="FFC000"/>
                </a:solidFill>
              </a:rPr>
              <a:t>一定難度</a:t>
            </a:r>
            <a:r>
              <a:rPr lang="zh-TW" altLang="en-US"/>
              <a:t>與</a:t>
            </a:r>
            <a:r>
              <a:rPr lang="zh-TW" altLang="en-US">
                <a:solidFill>
                  <a:srgbClr val="FFC000"/>
                </a:solidFill>
              </a:rPr>
              <a:t>技術挑戰</a:t>
            </a:r>
          </a:p>
        </p:txBody>
      </p:sp>
      <p:pic>
        <p:nvPicPr>
          <p:cNvPr id="7" name="圖片 6" descr="一張含有 劍 的圖片&#10;&#10;AI 產生的內容可能不正確。">
            <a:extLst>
              <a:ext uri="{FF2B5EF4-FFF2-40B4-BE49-F238E27FC236}">
                <a16:creationId xmlns:a16="http://schemas.microsoft.com/office/drawing/2014/main" id="{ECF018B8-FC0D-79EE-2DBF-BFB9D3FA2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5695" y="3679069"/>
            <a:ext cx="2350971" cy="2350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807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29B52A7-A2C0-2A2D-3BE4-877286B6EB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972907"/>
                <a:ext cx="10515600" cy="1295189"/>
              </a:xfrm>
            </p:spPr>
            <p:txBody>
              <a:bodyPr>
                <a:normAutofit fontScale="92500"/>
              </a:bodyPr>
              <a:lstStyle/>
              <a:p>
                <a:pPr marL="0" indent="0" algn="ctr">
                  <a:buNone/>
                </a:pPr>
                <a:r>
                  <a:rPr lang="zh-TW" altLang="en-US" sz="3600" b="1">
                    <a:solidFill>
                      <a:srgbClr val="FFC000"/>
                    </a:solidFill>
                  </a:rPr>
                  <a:t>具挑戰性 </a:t>
                </a:r>
                <a:r>
                  <a:rPr lang="en-US" altLang="zh-TW" sz="3600" b="1">
                    <a:solidFill>
                      <a:srgbClr val="FFC000"/>
                    </a:solidFill>
                  </a:rPr>
                  <a:t>+ </a:t>
                </a:r>
                <a:r>
                  <a:rPr lang="zh-TW" altLang="en-US" sz="3600" b="1">
                    <a:solidFill>
                      <a:srgbClr val="FFC000"/>
                    </a:solidFill>
                  </a:rPr>
                  <a:t>適合與朋友一起體驗 </a:t>
                </a:r>
                <a:r>
                  <a:rPr lang="en-US" altLang="zh-TW" sz="3600" b="1">
                    <a:solidFill>
                      <a:srgbClr val="FFC000"/>
                    </a:solidFill>
                  </a:rPr>
                  <a:t>+ </a:t>
                </a:r>
                <a:r>
                  <a:rPr lang="zh-TW" altLang="en-US" sz="3600" b="1">
                    <a:solidFill>
                      <a:srgbClr val="FFC000"/>
                    </a:solidFill>
                  </a:rPr>
                  <a:t>將魔法轉為現實競技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TW" sz="3600" b="1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zh-TW" altLang="en-US" sz="3600" b="1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3600" b="1">
                    <a:solidFill>
                      <a:srgbClr val="FFC000"/>
                    </a:solidFill>
                  </a:rPr>
                  <a:t>Edge AI </a:t>
                </a:r>
                <a:r>
                  <a:rPr lang="zh-TW" altLang="en-US" sz="3600" b="1">
                    <a:solidFill>
                      <a:srgbClr val="FFC000"/>
                    </a:solidFill>
                  </a:rPr>
                  <a:t>智慧魔杖</a:t>
                </a:r>
                <a:endParaRPr lang="zh-TW" altLang="en-US" sz="1800" b="1">
                  <a:solidFill>
                    <a:srgbClr val="FFC000"/>
                  </a:solidFill>
                </a:endParaRPr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29B52A7-A2C0-2A2D-3BE4-877286B6EB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972907"/>
                <a:ext cx="10515600" cy="1295189"/>
              </a:xfrm>
              <a:blipFill>
                <a:blip r:embed="rId2"/>
                <a:stretch>
                  <a:fillRect l="-116" t="-11321" r="-116" b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字方塊 4">
            <a:extLst>
              <a:ext uri="{FF2B5EF4-FFF2-40B4-BE49-F238E27FC236}">
                <a16:creationId xmlns:a16="http://schemas.microsoft.com/office/drawing/2014/main" id="{9D160555-70B3-17D0-B735-628392530E3A}"/>
              </a:ext>
            </a:extLst>
          </p:cNvPr>
          <p:cNvSpPr txBox="1"/>
          <p:nvPr/>
        </p:nvSpPr>
        <p:spPr>
          <a:xfrm>
            <a:off x="8659768" y="5352030"/>
            <a:ext cx="24375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zh-TW" altLang="en-US" b="1">
                <a:solidFill>
                  <a:schemeClr val="bg1"/>
                </a:solidFill>
                <a:latin typeface="+mj-ea"/>
                <a:ea typeface="+mj-ea"/>
              </a:rPr>
              <a:t>找回童心的物理互動</a:t>
            </a:r>
          </a:p>
        </p:txBody>
      </p:sp>
      <p:pic>
        <p:nvPicPr>
          <p:cNvPr id="7" name="圖片 6" descr="一張含有 斧頭 的圖片&#10;&#10;AI 產生的內容可能不正確。">
            <a:extLst>
              <a:ext uri="{FF2B5EF4-FFF2-40B4-BE49-F238E27FC236}">
                <a16:creationId xmlns:a16="http://schemas.microsoft.com/office/drawing/2014/main" id="{7ABCA9FA-144D-720D-E68E-B4AC00849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709" y="3481005"/>
            <a:ext cx="1437477" cy="1437477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B4B9F260-9D1D-6B90-D610-F6D6DDF7F021}"/>
              </a:ext>
            </a:extLst>
          </p:cNvPr>
          <p:cNvSpPr txBox="1"/>
          <p:nvPr/>
        </p:nvSpPr>
        <p:spPr>
          <a:xfrm>
            <a:off x="826192" y="5352030"/>
            <a:ext cx="26325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zh-TW" altLang="en-US" b="1">
                <a:solidFill>
                  <a:schemeClr val="bg1"/>
                </a:solidFill>
                <a:latin typeface="+mj-ea"/>
                <a:ea typeface="+mj-ea"/>
              </a:rPr>
              <a:t>手勢識別</a:t>
            </a:r>
            <a:endParaRPr lang="en-US" altLang="zh-TW" b="1">
              <a:solidFill>
                <a:schemeClr val="bg1"/>
              </a:solidFill>
              <a:latin typeface="+mj-ea"/>
              <a:ea typeface="+mj-ea"/>
            </a:endParaRPr>
          </a:p>
          <a:p>
            <a:pPr algn="ctr" fontAlgn="base"/>
            <a:r>
              <a:rPr lang="zh-TW" altLang="en-US">
                <a:solidFill>
                  <a:schemeClr val="bg1"/>
                </a:solidFill>
                <a:latin typeface="+mj-ea"/>
                <a:ea typeface="+mj-ea"/>
              </a:rPr>
              <a:t>從中獲得練習成就感</a:t>
            </a:r>
          </a:p>
        </p:txBody>
      </p:sp>
      <p:pic>
        <p:nvPicPr>
          <p:cNvPr id="10" name="圖片 9" descr="一張含有 螢幕擷取畫面, 圖形, 設計, 平面設計 的圖片&#10;&#10;AI 產生的內容可能不正確。">
            <a:extLst>
              <a:ext uri="{FF2B5EF4-FFF2-40B4-BE49-F238E27FC236}">
                <a16:creationId xmlns:a16="http://schemas.microsoft.com/office/drawing/2014/main" id="{3F04F440-4852-C53B-E298-79B4E868D2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6855" y="3400193"/>
            <a:ext cx="1518289" cy="1518289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2C52F368-5CF2-CD2F-D77A-6ED9BDDD2D4C}"/>
              </a:ext>
            </a:extLst>
          </p:cNvPr>
          <p:cNvSpPr txBox="1"/>
          <p:nvPr/>
        </p:nvSpPr>
        <p:spPr>
          <a:xfrm>
            <a:off x="4840436" y="5352030"/>
            <a:ext cx="243759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zh-TW" altLang="en-US" b="1">
                <a:solidFill>
                  <a:schemeClr val="bg1"/>
                </a:solidFill>
                <a:latin typeface="+mj-ea"/>
                <a:ea typeface="+mj-ea"/>
              </a:rPr>
              <a:t>跨裝置沉浸式對戰</a:t>
            </a:r>
            <a:endParaRPr lang="en-US" altLang="zh-TW" b="1">
              <a:solidFill>
                <a:schemeClr val="bg1"/>
              </a:solidFill>
              <a:latin typeface="+mj-ea"/>
              <a:ea typeface="+mj-ea"/>
            </a:endParaRPr>
          </a:p>
          <a:p>
            <a:pPr algn="ctr" fontAlgn="base"/>
            <a:r>
              <a:rPr lang="zh-TW" altLang="en-US">
                <a:solidFill>
                  <a:schemeClr val="bg1"/>
                </a:solidFill>
                <a:latin typeface="+mj-ea"/>
                <a:ea typeface="+mj-ea"/>
              </a:rPr>
              <a:t>透魔杖間即時連網對戰，高遊戲反饋</a:t>
            </a:r>
            <a:endParaRPr lang="en-US" altLang="zh-TW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16" name="圖片 15" descr="一張含有 美工圖案, 卡通, 圖解, 藝術 的圖片&#10;&#10;AI 產生的內容可能不正確。">
            <a:extLst>
              <a:ext uri="{FF2B5EF4-FFF2-40B4-BE49-F238E27FC236}">
                <a16:creationId xmlns:a16="http://schemas.microsoft.com/office/drawing/2014/main" id="{54029182-79D4-7D2F-8BE9-6400AF28F3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9769" y="3321802"/>
            <a:ext cx="1992429" cy="1992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124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2D4681-6172-C068-DC56-F06071F8C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/>
              <a:t>產品介紹</a:t>
            </a:r>
          </a:p>
        </p:txBody>
      </p:sp>
      <p:pic>
        <p:nvPicPr>
          <p:cNvPr id="6" name="內容版面配置區 5" descr="一張含有 文字, 電腦, 室內, 工具 的圖片&#10;&#10;AI 產生的內容可能不正確。">
            <a:extLst>
              <a:ext uri="{FF2B5EF4-FFF2-40B4-BE49-F238E27FC236}">
                <a16:creationId xmlns:a16="http://schemas.microsoft.com/office/drawing/2014/main" id="{A2679FE8-006B-69D7-A542-7A4CCC137E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53" b="89980" l="9928" r="92690">
                        <a14:foregroundMark x1="20397" y1="73121" x2="20397" y2="73121"/>
                        <a14:foregroundMark x1="20217" y1="73257" x2="20758" y2="73934"/>
                        <a14:foregroundMark x1="32762" y1="69465" x2="26895" y2="71699"/>
                        <a14:foregroundMark x1="29242" y1="72038" x2="11462" y2="70278"/>
                        <a14:foregroundMark x1="11462" y1="70278" x2="18231" y2="80298"/>
                        <a14:foregroundMark x1="18231" y1="80298" x2="30776" y2="72783"/>
                        <a14:foregroundMark x1="30776" y1="72783" x2="29603" y2="71699"/>
                        <a14:foregroundMark x1="89079" y1="24441" x2="89079" y2="26879"/>
                        <a14:foregroundMark x1="92329" y1="23020" x2="92690" y2="24238"/>
                        <a14:backgroundMark x1="37816" y1="56534" x2="41426" y2="55992"/>
                        <a14:backgroundMark x1="47473" y1="51726" x2="76895" y2="31754"/>
                        <a14:backgroundMark x1="76895" y1="31754" x2="76895" y2="31686"/>
                        <a14:backgroundMark x1="75181" y1="32972" x2="89982" y2="21666"/>
                        <a14:backgroundMark x1="89982" y1="28368" x2="56949" y2="52200"/>
                        <a14:backgroundMark x1="34206" y1="31212" x2="62545" y2="17197"/>
                        <a14:backgroundMark x1="62545" y1="17197" x2="64531" y2="16588"/>
                        <a14:backgroundMark x1="29242" y1="53758" x2="36733" y2="16994"/>
                        <a14:backgroundMark x1="48466" y1="43466" x2="27708" y2="33175"/>
                        <a14:backgroundMark x1="44043" y1="35884" x2="47924" y2="37238"/>
                        <a14:backgroundMark x1="45307" y1="36628" x2="26986" y2="43873"/>
                        <a14:backgroundMark x1="26986" y1="43873" x2="54061" y2="31009"/>
                        <a14:backgroundMark x1="54061" y1="31009" x2="61552" y2="10494"/>
                        <a14:backgroundMark x1="61552" y1="10494" x2="51173" y2="19296"/>
                        <a14:backgroundMark x1="51173" y1="19296" x2="73736" y2="20311"/>
                        <a14:backgroundMark x1="73736" y1="20311" x2="56137" y2="35884"/>
                        <a14:backgroundMark x1="56137" y1="35884" x2="55686" y2="360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1223"/>
          <a:stretch>
            <a:fillRect/>
          </a:stretch>
        </p:blipFill>
        <p:spPr>
          <a:xfrm>
            <a:off x="-340545" y="1690688"/>
            <a:ext cx="5935099" cy="6232596"/>
          </a:xfr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BFAF48F8-B549-E73F-4DDB-98C19CF3E14E}"/>
              </a:ext>
            </a:extLst>
          </p:cNvPr>
          <p:cNvSpPr txBox="1"/>
          <p:nvPr/>
        </p:nvSpPr>
        <p:spPr>
          <a:xfrm>
            <a:off x="6597448" y="1690688"/>
            <a:ext cx="371659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2000" b="1" i="0" u="none" strike="noStrike"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燈光與震動回饋</a:t>
            </a:r>
            <a:endParaRPr lang="en-US" altLang="zh-TW" sz="2000" b="1" i="0" u="none" strike="noStrike">
              <a:solidFill>
                <a:srgbClr val="FFC000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zh-TW" altLang="en-US" sz="2000" b="0" i="0" u="none" strike="noStrike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內建</a:t>
            </a:r>
            <a:r>
              <a:rPr lang="en-US" altLang="zh-TW" sz="2000" b="0" i="0" u="none" strike="noStrike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WS2812</a:t>
            </a:r>
            <a:r>
              <a:rPr lang="zh-TW" altLang="en-US" sz="2000" b="0" i="0" u="none" strike="noStrike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燈條與震動馬達，</a:t>
            </a:r>
            <a:endParaRPr lang="en-US" altLang="zh-TW" sz="2000" b="0" i="0" u="none" strike="noStrike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zh-TW" altLang="en-US" sz="2000" b="0" i="0" u="none" strike="noStrike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根據不同招式提供沉浸式回饋。</a:t>
            </a:r>
            <a:endParaRPr lang="zh-TW" altLang="en-US" sz="2000">
              <a:solidFill>
                <a:schemeClr val="bg1"/>
              </a:solidFill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0D2CCDB9-4106-7602-C096-79C988A26427}"/>
              </a:ext>
            </a:extLst>
          </p:cNvPr>
          <p:cNvSpPr txBox="1"/>
          <p:nvPr/>
        </p:nvSpPr>
        <p:spPr>
          <a:xfrm>
            <a:off x="7917856" y="627797"/>
            <a:ext cx="25256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>
                <a:solidFill>
                  <a:srgbClr val="FFC000"/>
                </a:solidFill>
                <a:latin typeface="Arial" panose="020B0604020202020204" pitchFamily="34" charset="0"/>
              </a:rPr>
              <a:t>3D </a:t>
            </a:r>
            <a:r>
              <a:rPr lang="zh-TW" altLang="en-US" sz="2000" b="1">
                <a:solidFill>
                  <a:srgbClr val="FFC000"/>
                </a:solidFill>
                <a:latin typeface="Arial" panose="020B0604020202020204" pitchFamily="34" charset="0"/>
              </a:rPr>
              <a:t>列印、</a:t>
            </a:r>
            <a:r>
              <a:rPr lang="zh-TW" altLang="en-US" sz="2000" b="1" i="0" u="none" strike="noStrike"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精巧外型</a:t>
            </a:r>
            <a:endParaRPr lang="zh-TW" altLang="en-US" sz="2000" b="1">
              <a:solidFill>
                <a:srgbClr val="FFC000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F0BCEA3-C418-4CFB-7703-47C40542BCE4}"/>
              </a:ext>
            </a:extLst>
          </p:cNvPr>
          <p:cNvSpPr txBox="1"/>
          <p:nvPr/>
        </p:nvSpPr>
        <p:spPr>
          <a:xfrm>
            <a:off x="5594554" y="3476525"/>
            <a:ext cx="332084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zh-TW" altLang="en-US" sz="2000" b="1" i="0" u="none" strike="noStrike"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網路串接，即時對戰</a:t>
            </a:r>
            <a:endParaRPr lang="en-US" altLang="zh-TW" sz="2000" b="0" i="0" u="none" strike="noStrike">
              <a:solidFill>
                <a:srgbClr val="FFC000"/>
              </a:solidFill>
              <a:effectLst/>
              <a:latin typeface="Arial" panose="020B0604020202020204" pitchFamily="34" charset="0"/>
            </a:endParaRPr>
          </a:p>
          <a:p>
            <a:pPr algn="ctr" rtl="0">
              <a:buNone/>
            </a:pPr>
            <a:r>
              <a:rPr lang="zh-TW" altLang="en-US" sz="2000" b="0" i="0" u="none" strike="noStrike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透過 </a:t>
            </a:r>
            <a:r>
              <a:rPr lang="en-US" altLang="zh-TW" sz="2000" b="0" i="0" u="none" strike="noStrike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Wi-Fi </a:t>
            </a:r>
            <a:r>
              <a:rPr lang="zh-TW" altLang="en-US" sz="2000" b="0" i="0" u="none" strike="noStrike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與 </a:t>
            </a:r>
            <a:r>
              <a:rPr lang="en-US" altLang="zh-TW" sz="2000" b="0" i="0" u="none" strike="noStrike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WebSocket </a:t>
            </a:r>
            <a:r>
              <a:rPr lang="zh-TW" altLang="en-US" sz="2000" b="0" i="0" u="none" strike="noStrike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技術，實現即時互動與對戰。</a:t>
            </a:r>
            <a:endParaRPr lang="zh-TW" altLang="en-US" sz="2000" b="0">
              <a:solidFill>
                <a:schemeClr val="bg1"/>
              </a:solidFill>
              <a:effectLst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4F445733-99EF-926D-2BC9-C0D26F236A87}"/>
              </a:ext>
            </a:extLst>
          </p:cNvPr>
          <p:cNvSpPr txBox="1"/>
          <p:nvPr/>
        </p:nvSpPr>
        <p:spPr>
          <a:xfrm>
            <a:off x="3877596" y="5262362"/>
            <a:ext cx="343391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2000" b="1" i="0" u="none" strike="noStrike"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精準判斷</a:t>
            </a:r>
            <a:endParaRPr lang="en-US" altLang="zh-TW" sz="2000" b="0" i="0" u="none" strike="noStrike">
              <a:solidFill>
                <a:srgbClr val="FFC000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zh-TW" altLang="en-US" sz="2000" b="0" i="0" u="none" strike="noStrike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採用機器學習模型判斷手勢，降低傳統數學模型開發的難度與複雜度</a:t>
            </a:r>
            <a:endParaRPr lang="zh-TW" altLang="en-US" sz="2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5934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E269BB-C2DF-089F-B992-6C86AFC22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/>
              <a:t>核心技術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B38C26-7136-3E61-2F04-F24A76A22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fontAlgn="base"/>
            <a:r>
              <a:rPr lang="en-US" altLang="zh-TW"/>
              <a:t>Edge Impulse </a:t>
            </a:r>
            <a:r>
              <a:rPr lang="zh-TW" altLang="en-US"/>
              <a:t>邊緣</a:t>
            </a:r>
            <a:r>
              <a:rPr lang="en-US" altLang="zh-TW"/>
              <a:t>AI</a:t>
            </a:r>
            <a:r>
              <a:rPr lang="zh-TW" altLang="en-US"/>
              <a:t>辨識</a:t>
            </a:r>
          </a:p>
          <a:p>
            <a:pPr fontAlgn="base"/>
            <a:r>
              <a:rPr lang="en-US" altLang="zh-TW">
                <a:ea typeface="+mn-lt"/>
              </a:rPr>
              <a:t>Renesas MCU &amp;</a:t>
            </a:r>
            <a:r>
              <a:rPr lang="zh-TW"/>
              <a:t> </a:t>
            </a:r>
            <a:r>
              <a:rPr lang="en-US" altLang="zh-TW">
                <a:ea typeface="+mn-lt"/>
              </a:rPr>
              <a:t>Reality AI Tool</a:t>
            </a:r>
            <a:endParaRPr lang="zh-TW" altLang="en-US"/>
          </a:p>
          <a:p>
            <a:r>
              <a:rPr lang="zh-TW" altLang="en-US"/>
              <a:t>即時網路串接</a:t>
            </a:r>
            <a:endParaRPr lang="zh-TW"/>
          </a:p>
          <a:p>
            <a:pPr fontAlgn="base"/>
            <a:endParaRPr lang="en-US" altLang="zh-TW"/>
          </a:p>
          <a:p>
            <a:pPr marL="0" indent="0">
              <a:buNone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4708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F4B7AF-3363-BAA0-0EA3-C1D345637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b="1"/>
              <a:t>核心技術</a:t>
            </a:r>
            <a:r>
              <a:rPr lang="en-US" b="1"/>
              <a:t>—</a:t>
            </a:r>
            <a:r>
              <a:rPr lang="en-US" b="1">
                <a:solidFill>
                  <a:srgbClr val="FFC000"/>
                </a:solidFill>
              </a:rPr>
              <a:t>Edge Impulse </a:t>
            </a:r>
            <a:r>
              <a:rPr lang="zh-TW" altLang="en-US" b="1"/>
              <a:t>邊緣 </a:t>
            </a:r>
            <a:r>
              <a:rPr lang="en-US" b="1"/>
              <a:t>AI </a:t>
            </a:r>
            <a:r>
              <a:rPr lang="zh-TW" altLang="en-US" b="1"/>
              <a:t>辨識</a:t>
            </a:r>
            <a:endParaRPr lang="en-US" altLang="zh-TW" b="1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FC8D942-1D64-6C78-BEB6-880B7B77B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7150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zh-TW">
                <a:ea typeface="+mn-lt"/>
                <a:cs typeface="+mn-lt"/>
              </a:rPr>
              <a:t>Edge Impulse：用於 </a:t>
            </a:r>
            <a:r>
              <a:rPr lang="zh-TW">
                <a:solidFill>
                  <a:srgbClr val="FFC000"/>
                </a:solidFill>
                <a:ea typeface="+mn-lt"/>
                <a:cs typeface="+mn-lt"/>
              </a:rPr>
              <a:t>MCU / Raspberry Pi </a:t>
            </a:r>
            <a:r>
              <a:rPr lang="zh-TW">
                <a:ea typeface="+mn-lt"/>
                <a:cs typeface="+mn-lt"/>
              </a:rPr>
              <a:t>的機器學習平台</a:t>
            </a:r>
          </a:p>
          <a:p>
            <a:pPr marL="0" indent="0">
              <a:buNone/>
            </a:pPr>
            <a:r>
              <a:rPr lang="zh-TW" altLang="en-US"/>
              <a:t>此次使用</a:t>
            </a:r>
            <a:r>
              <a:rPr lang="zh-TW" altLang="en-US">
                <a:solidFill>
                  <a:srgbClr val="FFC000"/>
                </a:solidFill>
              </a:rPr>
              <a:t>Neural Network(NN)</a:t>
            </a:r>
            <a:r>
              <a:rPr lang="zh-TW" altLang="en-US"/>
              <a:t>作為AI model</a:t>
            </a:r>
            <a:endParaRPr lang="en-US" altLang="zh-TW"/>
          </a:p>
          <a:p>
            <a:pPr marL="0" indent="0">
              <a:buNone/>
            </a:pPr>
            <a:endParaRPr lang="en-US" altLang="zh-TW"/>
          </a:p>
          <a:p>
            <a:pPr marL="457200" indent="-457200"/>
            <a:r>
              <a:rPr lang="zh-TW" altLang="en-US"/>
              <a:t>訓練參數:</a:t>
            </a:r>
            <a:endParaRPr lang="zh-TW"/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zh-TW" altLang="en-US"/>
              <a:t>Number of training cycle: 30</a:t>
            </a:r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zh-TW" altLang="en-US"/>
              <a:t>Learning rate: 0.0005</a:t>
            </a:r>
          </a:p>
          <a:p>
            <a:pPr marL="457200" lvl="1" indent="0">
              <a:buNone/>
            </a:pPr>
            <a:endParaRPr lang="zh-TW" altLang="en-US"/>
          </a:p>
          <a:p>
            <a:pPr marL="457200" indent="-457200"/>
            <a:r>
              <a:rPr lang="en-US" altLang="zh-TW"/>
              <a:t>Network architecture:</a:t>
            </a:r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n-US" altLang="zh-TW"/>
              <a:t>Input: 126 feature</a:t>
            </a:r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n-US" altLang="zh-TW"/>
              <a:t>Hidden layers: Dense(32)</a:t>
            </a:r>
            <a:r>
              <a:rPr lang="en-US">
                <a:ea typeface="+mn-lt"/>
                <a:cs typeface="+mn-lt"/>
              </a:rPr>
              <a:t>→Dense(16)</a:t>
            </a:r>
            <a:endParaRPr lang="en-US" altLang="zh-TW"/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n-US"/>
              <a:t>Output: Dense(6) (6-class classification)</a:t>
            </a:r>
          </a:p>
          <a:p>
            <a:pPr marL="457200" indent="-457200"/>
            <a:endParaRPr lang="en-US" altLang="zh-TW"/>
          </a:p>
          <a:p>
            <a:pPr marL="0" indent="0">
              <a:buNone/>
            </a:pPr>
            <a:endParaRPr lang="zh-TW"/>
          </a:p>
          <a:p>
            <a:pPr marL="0" indent="0">
              <a:buNone/>
            </a:pPr>
            <a:endParaRPr lang="zh-TW"/>
          </a:p>
          <a:p>
            <a:pPr marL="0" indent="0">
              <a:buNone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9743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圓角 4">
            <a:extLst>
              <a:ext uri="{FF2B5EF4-FFF2-40B4-BE49-F238E27FC236}">
                <a16:creationId xmlns:a16="http://schemas.microsoft.com/office/drawing/2014/main" id="{D2A2578C-CFFF-4601-4332-667675A47083}"/>
              </a:ext>
            </a:extLst>
          </p:cNvPr>
          <p:cNvSpPr/>
          <p:nvPr/>
        </p:nvSpPr>
        <p:spPr>
          <a:xfrm>
            <a:off x="1159933" y="1828800"/>
            <a:ext cx="9558867" cy="42079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237D12-B4EA-6AF3-A66A-82E8AD987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1"/>
              <a:t>實驗流程圖</a:t>
            </a:r>
            <a:endParaRPr lang="en-US" b="1"/>
          </a:p>
        </p:txBody>
      </p:sp>
      <p:pic>
        <p:nvPicPr>
          <p:cNvPr id="4" name="Content Placeholder 3" descr="A diagram of a process&#10;&#10;AI-generated content may be incorrect.">
            <a:extLst>
              <a:ext uri="{FF2B5EF4-FFF2-40B4-BE49-F238E27FC236}">
                <a16:creationId xmlns:a16="http://schemas.microsoft.com/office/drawing/2014/main" id="{DDBE92E8-EC5A-93F2-2561-199FECA85B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3021" b="13989"/>
          <a:stretch>
            <a:fillRect/>
          </a:stretch>
        </p:blipFill>
        <p:spPr>
          <a:xfrm>
            <a:off x="1473199" y="2389453"/>
            <a:ext cx="8796867" cy="3071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175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C5231-C18B-3E35-BDC5-347FE90F1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/>
              <a:t>核心技術</a:t>
            </a:r>
            <a:r>
              <a:rPr lang="en-US" altLang="zh-TW">
                <a:ea typeface="+mj-lt"/>
              </a:rPr>
              <a:t>—</a:t>
            </a:r>
            <a:br>
              <a:rPr lang="en-US" altLang="zh-TW">
                <a:ea typeface="+mj-lt"/>
              </a:rPr>
            </a:br>
            <a:r>
              <a:rPr lang="en-US" altLang="zh-TW">
                <a:ea typeface="+mj-lt"/>
              </a:rPr>
              <a:t>Renesas MCU &amp; Reality AI Tool</a:t>
            </a:r>
            <a:endParaRPr lang="en-US" altLang="zh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289CF-5F62-FEEC-488C-CE6A63A3E5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6492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TW" sz="2400"/>
              <a:t>AIK-RA8D1</a:t>
            </a:r>
          </a:p>
          <a:p>
            <a:r>
              <a:rPr lang="en-US" altLang="zh-TW" sz="2400"/>
              <a:t>Automated Feature Discovery</a:t>
            </a:r>
          </a:p>
          <a:p>
            <a:pPr lvl="1"/>
            <a:r>
              <a:rPr lang="zh-TW" altLang="en-US"/>
              <a:t>從多種數學變換（如 </a:t>
            </a:r>
            <a:r>
              <a:rPr lang="en-US" altLang="zh-TW"/>
              <a:t>FFT</a:t>
            </a:r>
            <a:r>
              <a:rPr lang="zh-TW" altLang="en-US"/>
              <a:t>、小波變換、相位分析）中自動挑選最佳特徵，節省人工調參時間</a:t>
            </a:r>
            <a:endParaRPr lang="en-US" altLang="zh-TW"/>
          </a:p>
          <a:p>
            <a:r>
              <a:rPr lang="zh-TW" altLang="en-US"/>
              <a:t>訓練流程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TW" altLang="zh-TW" sz="2000"/>
              <a:t>Data Collection：收集感測原始數據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TW" altLang="zh-TW" sz="2000"/>
              <a:t>AI Exploration：系統自動搜尋最佳數學特徵組合與分類演算法</a:t>
            </a:r>
            <a:endParaRPr lang="en-US" altLang="zh-TW" sz="2000"/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TW" altLang="zh-TW" sz="2000"/>
              <a:t>Validation：透過混淆矩陣與特徵解釋圖（Feature Explanation）驗證模型可靠性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TW" altLang="zh-TW" sz="2000"/>
              <a:t>Deployment：直接生成優化的</a:t>
            </a:r>
            <a:r>
              <a:rPr lang="zh-TW" altLang="en-US" sz="2000"/>
              <a:t> </a:t>
            </a:r>
            <a:r>
              <a:rPr lang="zh-TW" altLang="zh-TW" sz="2000"/>
              <a:t>C</a:t>
            </a:r>
            <a:r>
              <a:rPr lang="zh-TW" altLang="en-US" sz="2000"/>
              <a:t> </a:t>
            </a:r>
            <a:r>
              <a:rPr lang="zh-TW" altLang="zh-TW" sz="2000"/>
              <a:t>專案，整合進 e2 studio 的 FSP 框架中</a:t>
            </a:r>
          </a:p>
        </p:txBody>
      </p:sp>
      <p:pic>
        <p:nvPicPr>
          <p:cNvPr id="11" name="圖片 10" descr="一張含有 字型, 標誌, 圖形, 符號 的圖片&#10;&#10;AI 產生的內容可能不正確。">
            <a:extLst>
              <a:ext uri="{FF2B5EF4-FFF2-40B4-BE49-F238E27FC236}">
                <a16:creationId xmlns:a16="http://schemas.microsoft.com/office/drawing/2014/main" id="{9F96C29C-AC10-0410-6AEB-EC24AAA0D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5615" y="5687038"/>
            <a:ext cx="3701557" cy="829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565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DA7EA6-9736-6ED0-DB9F-F51CD77CF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/>
              <a:t>核心技術</a:t>
            </a:r>
            <a:r>
              <a:rPr lang="en-US" altLang="zh-TW" b="1"/>
              <a:t>—</a:t>
            </a:r>
            <a:r>
              <a:rPr lang="zh-TW" altLang="en-US" b="1"/>
              <a:t>即時網路串接</a:t>
            </a:r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F0638EBD-5CA9-4728-CD3D-BCA43ED0F260}"/>
              </a:ext>
            </a:extLst>
          </p:cNvPr>
          <p:cNvSpPr/>
          <p:nvPr/>
        </p:nvSpPr>
        <p:spPr>
          <a:xfrm>
            <a:off x="5143500" y="3242734"/>
            <a:ext cx="1905000" cy="778933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tx1"/>
                </a:solidFill>
                <a:latin typeface="+mj-lt"/>
                <a:ea typeface="+mj-ea"/>
              </a:rPr>
              <a:t>Server</a:t>
            </a:r>
            <a:endParaRPr lang="zh-TW" altLang="en-US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2841AC9D-E302-8E5A-1504-4C75DBCBFEAC}"/>
              </a:ext>
            </a:extLst>
          </p:cNvPr>
          <p:cNvSpPr/>
          <p:nvPr/>
        </p:nvSpPr>
        <p:spPr>
          <a:xfrm>
            <a:off x="8826501" y="3084777"/>
            <a:ext cx="1888067" cy="105833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solidFill>
                  <a:schemeClr val="tx1"/>
                </a:solidFill>
                <a:latin typeface="+mj-lt"/>
                <a:ea typeface="+mj-ea"/>
              </a:rPr>
              <a:t>網頁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25142D09-0E78-C8EB-BF24-084A35E03867}"/>
              </a:ext>
            </a:extLst>
          </p:cNvPr>
          <p:cNvSpPr/>
          <p:nvPr/>
        </p:nvSpPr>
        <p:spPr>
          <a:xfrm>
            <a:off x="1477432" y="2026444"/>
            <a:ext cx="1888067" cy="105833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>
                <a:solidFill>
                  <a:schemeClr val="tx1"/>
                </a:solidFill>
                <a:latin typeface="+mj-lt"/>
                <a:ea typeface="+mj-ea"/>
              </a:rPr>
              <a:t>樹梅派魔杖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C957C371-490C-95F0-E79C-86589E5E036C}"/>
              </a:ext>
            </a:extLst>
          </p:cNvPr>
          <p:cNvSpPr/>
          <p:nvPr/>
        </p:nvSpPr>
        <p:spPr>
          <a:xfrm>
            <a:off x="1477432" y="4221729"/>
            <a:ext cx="1888067" cy="105833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tx1"/>
                </a:solidFill>
                <a:latin typeface="+mj-lt"/>
                <a:ea typeface="+mj-ea"/>
              </a:rPr>
              <a:t>Renesas MCU</a:t>
            </a:r>
            <a:endParaRPr lang="zh-TW" altLang="en-US">
              <a:solidFill>
                <a:schemeClr val="tx1"/>
              </a:solidFill>
              <a:latin typeface="+mj-lt"/>
              <a:ea typeface="+mj-ea"/>
            </a:endParaRPr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3F2D5416-59DF-637D-603D-704E58853789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365499" y="2555611"/>
            <a:ext cx="1824568" cy="919956"/>
          </a:xfrm>
          <a:prstGeom prst="straightConnector1">
            <a:avLst/>
          </a:prstGeom>
          <a:ln w="76200"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D0980D8D-6A41-9DD9-073D-6C01E71BC43B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3365499" y="3810000"/>
            <a:ext cx="1900768" cy="940896"/>
          </a:xfrm>
          <a:prstGeom prst="straightConnector1">
            <a:avLst/>
          </a:prstGeom>
          <a:ln w="76200"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7E81D38D-08F6-1ADE-0863-5DF4C2AB687A}"/>
              </a:ext>
            </a:extLst>
          </p:cNvPr>
          <p:cNvCxnSpPr>
            <a:cxnSpLocks/>
            <a:stCxn id="4" idx="6"/>
            <a:endCxn id="5" idx="1"/>
          </p:cNvCxnSpPr>
          <p:nvPr/>
        </p:nvCxnSpPr>
        <p:spPr>
          <a:xfrm flipV="1">
            <a:off x="7048500" y="3613944"/>
            <a:ext cx="1778001" cy="18257"/>
          </a:xfrm>
          <a:prstGeom prst="straightConnector1">
            <a:avLst/>
          </a:prstGeom>
          <a:ln w="76200"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146E4135-A6E6-693D-F8DA-530A79EA74A9}"/>
              </a:ext>
            </a:extLst>
          </p:cNvPr>
          <p:cNvSpPr txBox="1"/>
          <p:nvPr/>
        </p:nvSpPr>
        <p:spPr>
          <a:xfrm>
            <a:off x="4171740" y="2529841"/>
            <a:ext cx="1557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>
                <a:solidFill>
                  <a:schemeClr val="bg1"/>
                </a:solidFill>
                <a:latin typeface="+mj-lt"/>
              </a:rPr>
              <a:t>WIFI</a:t>
            </a:r>
            <a:endParaRPr lang="zh-TW" altLang="en-US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A3A48FCB-AB88-ABF7-21D3-7E7A08B3796D}"/>
              </a:ext>
            </a:extLst>
          </p:cNvPr>
          <p:cNvSpPr txBox="1"/>
          <p:nvPr/>
        </p:nvSpPr>
        <p:spPr>
          <a:xfrm>
            <a:off x="4288575" y="4396431"/>
            <a:ext cx="854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>
                <a:solidFill>
                  <a:schemeClr val="bg1"/>
                </a:solidFill>
                <a:latin typeface="+mj-lt"/>
              </a:rPr>
              <a:t>UART</a:t>
            </a:r>
            <a:endParaRPr lang="zh-TW" altLang="en-US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0DA68128-9E6A-A75A-046A-B07BABA3696B}"/>
              </a:ext>
            </a:extLst>
          </p:cNvPr>
          <p:cNvSpPr txBox="1"/>
          <p:nvPr/>
        </p:nvSpPr>
        <p:spPr>
          <a:xfrm>
            <a:off x="7594600" y="3199502"/>
            <a:ext cx="1557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>
                <a:solidFill>
                  <a:schemeClr val="bg1"/>
                </a:solidFill>
                <a:latin typeface="+mj-lt"/>
              </a:rPr>
              <a:t>WIFI</a:t>
            </a:r>
            <a:endParaRPr lang="zh-TW" altLang="en-US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88053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7BD0E-0263-AB16-BDEF-50F54A835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b="1"/>
              <a:t>D</a:t>
            </a:r>
            <a:r>
              <a:rPr lang="en-US" b="1"/>
              <a:t>emo—</a:t>
            </a:r>
            <a:r>
              <a:rPr lang="ja-JP" altLang="en-US" b="1"/>
              <a:t>樹梅派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A9526-593B-A369-10C4-B299D7E5F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ja-JP" altLang="en-US"/>
              <a:t>動作辨識</a:t>
            </a:r>
            <a:r>
              <a:rPr lang="zh-TW" altLang="en-US"/>
              <a:t>：</a:t>
            </a:r>
            <a:endParaRPr lang="ja-JP" altLang="en-US"/>
          </a:p>
          <a:p>
            <a:r>
              <a:rPr lang="ja-JP" altLang="en-US"/>
              <a:t>先往上揮再往下揮</a:t>
            </a:r>
            <a:endParaRPr lang="ja-JP" altLang="en-US">
              <a:solidFill>
                <a:srgbClr val="FFFFFF"/>
              </a:solidFill>
              <a:latin typeface="Noto Sans TC"/>
              <a:cs typeface="Arial"/>
            </a:endParaRPr>
          </a:p>
          <a:p>
            <a:r>
              <a:rPr lang="ja-JP" altLang="en-US"/>
              <a:t>逆時針畫圓</a:t>
            </a:r>
          </a:p>
          <a:p>
            <a:r>
              <a:rPr lang="ja-JP" altLang="en-US"/>
              <a:t>順時針畫圓</a:t>
            </a:r>
          </a:p>
          <a:p>
            <a:r>
              <a:rPr lang="ja-JP" altLang="en-US"/>
              <a:t>往前突刺</a:t>
            </a:r>
          </a:p>
        </p:txBody>
      </p:sp>
    </p:spTree>
    <p:extLst>
      <p:ext uri="{BB962C8B-B14F-4D97-AF65-F5344CB8AC3E}">
        <p14:creationId xmlns:p14="http://schemas.microsoft.com/office/powerpoint/2010/main" val="11085306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AD952-2466-4600-814A-73B5EF05D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1"/>
              <a:t>網頁對戰畫面與魔杖</a:t>
            </a:r>
            <a:endParaRPr lang="en-US" b="1"/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73974AE3-1DF4-8E92-5EDA-43C560174F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9304" y="2574572"/>
            <a:ext cx="5256696" cy="2146663"/>
          </a:xfrm>
          <a:prstGeom prst="rect">
            <a:avLst/>
          </a:prstGeom>
        </p:spPr>
      </p:pic>
      <p:pic>
        <p:nvPicPr>
          <p:cNvPr id="19" name="圖片 8" descr="一張含有 人員, 服裝, 牆, 室內 的圖片&#10;&#10;AI 產生的內容可能不正確。">
            <a:extLst>
              <a:ext uri="{FF2B5EF4-FFF2-40B4-BE49-F238E27FC236}">
                <a16:creationId xmlns:a16="http://schemas.microsoft.com/office/drawing/2014/main" id="{6FE24D16-CA16-4A06-A510-9D5CE93044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15911" y1="64350" x2="26134" y2="65884"/>
                        <a14:foregroundMark x1="30444" y1="65565" x2="31009" y2="65523"/>
                        <a14:foregroundMark x1="26134" y1="65884" x2="29543" y2="65632"/>
                        <a14:foregroundMark x1="74746" y1="50000" x2="73837" y2="51398"/>
                        <a14:foregroundMark x1="70877" y1="57123" x2="71293" y2="57401"/>
                        <a14:foregroundMark x1="75085" y1="49097" x2="78402" y2="49368"/>
                        <a14:foregroundMark x1="77116" y1="59838" x2="77387" y2="64260"/>
                        <a14:foregroundMark x1="77996" y1="60199" x2="77319" y2="64531"/>
                        <a14:foregroundMark x1="78741" y1="59477" x2="77251" y2="64531"/>
                        <a14:foregroundMark x1="77996" y1="60108" x2="77725" y2="64531"/>
                        <a14:foregroundMark x1="78741" y1="59567" x2="76980" y2="65162"/>
                        <a14:foregroundMark x1="77725" y1="64621" x2="80095" y2="59928"/>
                        <a14:foregroundMark x1="80095" y1="59477" x2="77996" y2="64801"/>
                        <a14:foregroundMark x1="51726" y1="61823" x2="60393" y2="61372"/>
                        <a14:foregroundMark x1="59919" y1="60469" x2="62762" y2="60469"/>
                        <a14:backgroundMark x1="29722" y1="61462" x2="40894" y2="60650"/>
                        <a14:backgroundMark x1="40894" y1="60650" x2="52038" y2="61154"/>
                        <a14:backgroundMark x1="63000" y1="59972" x2="66351" y2="59206"/>
                        <a14:backgroundMark x1="66351" y1="59206" x2="69711" y2="56165"/>
                        <a14:backgroundMark x1="28165" y1="45578" x2="86188" y2="21480"/>
                        <a14:backgroundMark x1="52607" y1="19134" x2="52607" y2="19134"/>
                        <a14:backgroundMark x1="29452" y1="67599" x2="35613" y2="67870"/>
                        <a14:backgroundMark x1="35613" y1="67870" x2="48206" y2="66516"/>
                        <a14:backgroundMark x1="48206" y1="66516" x2="54435" y2="66516"/>
                        <a14:backgroundMark x1="26134" y1="72292" x2="47461" y2="82310"/>
                        <a14:backgroundMark x1="47461" y1="82310" x2="50169" y2="84657"/>
                        <a14:backgroundMark x1="45430" y1="42690" x2="52200" y2="51444"/>
                        <a14:backgroundMark x1="52200" y1="51444" x2="60122" y2="51895"/>
                        <a14:backgroundMark x1="60122" y1="51895" x2="55856" y2="38087"/>
                        <a14:backgroundMark x1="55856" y1="38087" x2="52539" y2="45848"/>
                        <a14:backgroundMark x1="52539" y1="45848" x2="52945" y2="50000"/>
                        <a14:backgroundMark x1="73053" y1="48646" x2="70210" y2="55054"/>
                        <a14:backgroundMark x1="70210" y1="55054" x2="65741" y2="58484"/>
                        <a14:backgroundMark x1="69465" y1="56408" x2="69465" y2="56408"/>
                        <a14:backgroundMark x1="69330" y1="56498" x2="72309" y2="53881"/>
                        <a14:backgroundMark x1="81923" y1="53159" x2="77657" y2="58394"/>
                        <a14:backgroundMark x1="77657" y1="58394" x2="78320" y2="59033"/>
                        <a14:backgroundMark x1="78101" y1="65755" x2="77251" y2="66426"/>
                        <a14:backgroundMark x1="77251" y1="66426" x2="72715" y2="73827"/>
                        <a14:backgroundMark x1="82261" y1="60830" x2="80095" y2="69856"/>
                        <a14:backgroundMark x1="80095" y1="69856" x2="80095" y2="698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029" t="47649" r="17863" b="29503"/>
          <a:stretch>
            <a:fillRect/>
          </a:stretch>
        </p:blipFill>
        <p:spPr>
          <a:xfrm rot="4964242">
            <a:off x="6965794" y="2329881"/>
            <a:ext cx="6409268" cy="1566864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6C7EC5C-A74E-CDC4-8719-6ED902926D83}"/>
              </a:ext>
            </a:extLst>
          </p:cNvPr>
          <p:cNvCxnSpPr/>
          <p:nvPr/>
        </p:nvCxnSpPr>
        <p:spPr>
          <a:xfrm>
            <a:off x="6852740" y="3526075"/>
            <a:ext cx="2141896" cy="18878"/>
          </a:xfrm>
          <a:prstGeom prst="straightConnector1">
            <a:avLst/>
          </a:prstGeom>
          <a:ln w="76200"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4452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8BDA1-F2BF-D532-3C55-53CBECA8F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1"/>
              <a:t>網頁對戰畫面與魔杖</a:t>
            </a:r>
            <a:endParaRPr lang="en-US" b="1"/>
          </a:p>
        </p:txBody>
      </p:sp>
      <p:pic>
        <p:nvPicPr>
          <p:cNvPr id="4" name="Content Placeholder 3" descr="A screenshot of a game&#10;&#10;AI-generated content may be incorrect.">
            <a:extLst>
              <a:ext uri="{FF2B5EF4-FFF2-40B4-BE49-F238E27FC236}">
                <a16:creationId xmlns:a16="http://schemas.microsoft.com/office/drawing/2014/main" id="{DD04B6FD-F326-8897-E667-057FDA5007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9711" y="2822232"/>
            <a:ext cx="5259456" cy="2046631"/>
          </a:xfrm>
          <a:prstGeom prst="rect">
            <a:avLst/>
          </a:prstGeom>
        </p:spPr>
      </p:pic>
      <p:pic>
        <p:nvPicPr>
          <p:cNvPr id="5" name="內容版面配置區 6" descr="一張含有 室內, 人員, 服裝, 牆 的圖片&#10;&#10;AI 產生的內容可能不正確。">
            <a:extLst>
              <a:ext uri="{FF2B5EF4-FFF2-40B4-BE49-F238E27FC236}">
                <a16:creationId xmlns:a16="http://schemas.microsoft.com/office/drawing/2014/main" id="{C64B421C-7F80-99F6-834B-AA40CA53BEA8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5578" b="63177" l="9953" r="76168">
                        <a14:foregroundMark x1="15417" y1="44899" x2="15030" y2="44495"/>
                        <a14:foregroundMark x1="20311" y1="50000" x2="18117" y2="47712"/>
                        <a14:foregroundMark x1="15030" y1="44495" x2="10020" y2="49007"/>
                        <a14:foregroundMark x1="16719" y1="56582" x2="19838" y2="60108"/>
                        <a14:foregroundMark x1="15230" y1="54898" x2="15550" y2="55260"/>
                        <a14:foregroundMark x1="10020" y1="49007" x2="10621" y2="49687"/>
                        <a14:foregroundMark x1="69072" y1="48662" x2="74137" y2="48466"/>
                        <a14:foregroundMark x1="64794" y1="48827" x2="67150" y2="48736"/>
                        <a14:foregroundMark x1="74137" y1="48466" x2="74600" y2="48487"/>
                        <a14:foregroundMark x1="19364" y1="59657" x2="27285" y2="60830"/>
                        <a14:foregroundMark x1="27285" y1="60830" x2="32701" y2="58845"/>
                        <a14:backgroundMark x1="16046" y1="43953" x2="21462" y2="47383"/>
                        <a14:backgroundMark x1="21462" y1="47383" x2="26066" y2="47292"/>
                        <a14:backgroundMark x1="9614" y1="50993" x2="14692" y2="55596"/>
                        <a14:backgroundMark x1="14692" y1="55596" x2="15775" y2="60379"/>
                        <a14:backgroundMark x1="42925" y1="50722" x2="53893" y2="48827"/>
                        <a14:backgroundMark x1="67908" y1="47022" x2="74882" y2="45848"/>
                        <a14:backgroundMark x1="74882" y1="45848" x2="77590" y2="4882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059" t="43437" r="21589" b="34584"/>
          <a:stretch>
            <a:fillRect/>
          </a:stretch>
        </p:blipFill>
        <p:spPr>
          <a:xfrm rot="15900000">
            <a:off x="7316079" y="3021332"/>
            <a:ext cx="5657144" cy="1427339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C675161-AF62-BFD8-FEB5-974406D61425}"/>
              </a:ext>
            </a:extLst>
          </p:cNvPr>
          <p:cNvCxnSpPr/>
          <p:nvPr/>
        </p:nvCxnSpPr>
        <p:spPr>
          <a:xfrm>
            <a:off x="6541717" y="3569013"/>
            <a:ext cx="2042654" cy="13804"/>
          </a:xfrm>
          <a:prstGeom prst="straightConnector1">
            <a:avLst/>
          </a:prstGeom>
          <a:ln w="76200"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96107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04486-E8E4-787F-A00D-DC582FD8A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1"/>
              <a:t>網頁對戰畫面與魔杖</a:t>
            </a:r>
            <a:endParaRPr lang="en-US" b="1"/>
          </a:p>
        </p:txBody>
      </p:sp>
      <p:pic>
        <p:nvPicPr>
          <p:cNvPr id="4" name="Content Placeholder 3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A00EBF49-FBE2-2C88-07A6-2EF62E80EC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0615" y="2608780"/>
            <a:ext cx="6479898" cy="2586244"/>
          </a:xfrm>
          <a:prstGeom prst="rect">
            <a:avLst/>
          </a:prstGeom>
        </p:spPr>
      </p:pic>
      <p:pic>
        <p:nvPicPr>
          <p:cNvPr id="5" name="圖片 10" descr="一張含有 人員, 服裝, 牆, 室內 的圖片&#10;&#10;AI 產生的內容可能不正確。">
            <a:extLst>
              <a:ext uri="{FF2B5EF4-FFF2-40B4-BE49-F238E27FC236}">
                <a16:creationId xmlns:a16="http://schemas.microsoft.com/office/drawing/2014/main" id="{A38DBE85-F34A-5BD2-EE08-028399AD36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17400" y1="51444" x2="22343" y2="54783"/>
                        <a14:foregroundMark x1="69326" y1="64262" x2="70210" y2="64440"/>
                        <a14:foregroundMark x1="63765" y1="63140" x2="64280" y2="63244"/>
                        <a14:foregroundMark x1="37385" y1="57818" x2="37656" y2="57873"/>
                        <a14:foregroundMark x1="22343" y1="54783" x2="24211" y2="55160"/>
                        <a14:foregroundMark x1="70210" y1="64440" x2="78741" y2="63989"/>
                        <a14:foregroundMark x1="78741" y1="63989" x2="80298" y2="54603"/>
                        <a14:foregroundMark x1="80298" y1="54603" x2="77387" y2="47292"/>
                        <a14:foregroundMark x1="77387" y1="47292" x2="76790" y2="47847"/>
                        <a14:foregroundMark x1="54991" y1="54899" x2="51523" y2="55325"/>
                        <a14:foregroundMark x1="44363" y1="54533" x2="16452" y2="51444"/>
                        <a14:foregroundMark x1="51523" y1="55325" x2="48703" y2="55013"/>
                        <a14:foregroundMark x1="59377" y1="61011" x2="61070" y2="61462"/>
                        <a14:foregroundMark x1="65132" y1="61462" x2="66757" y2="62996"/>
                        <a14:foregroundMark x1="60799" y1="61552" x2="61273" y2="61552"/>
                        <a14:backgroundMark x1="31957" y1="49007" x2="42925" y2="48827"/>
                        <a14:backgroundMark x1="42925" y1="48827" x2="57617" y2="50090"/>
                        <a14:backgroundMark x1="57617" y1="50090" x2="57549" y2="50181"/>
                        <a14:backgroundMark x1="66757" y1="55505" x2="66757" y2="55596"/>
                        <a14:backgroundMark x1="67095" y1="55776" x2="67685" y2="55365"/>
                        <a14:backgroundMark x1="75424" y1="46363" x2="77657" y2="42599"/>
                        <a14:backgroundMark x1="80550" y1="55494" x2="82194" y2="53881"/>
                        <a14:backgroundMark x1="80309" y1="55730" x2="80445" y2="55597"/>
                        <a14:backgroundMark x1="78605" y1="57401" x2="79908" y2="56123"/>
                        <a14:backgroundMark x1="82058" y1="60469" x2="80636" y2="63899"/>
                        <a14:backgroundMark x1="33040" y1="59838" x2="42654" y2="71209"/>
                        <a14:backgroundMark x1="42654" y1="71209" x2="55586" y2="69224"/>
                        <a14:backgroundMark x1="24035" y1="55505" x2="37644" y2="57310"/>
                        <a14:backgroundMark x1="37576" y1="58032" x2="46987" y2="58845"/>
                        <a14:backgroundMark x1="46852" y1="59025" x2="56804" y2="60018"/>
                        <a14:backgroundMark x1="61003" y1="61585" x2="62627" y2="62094"/>
                        <a14:backgroundMark x1="56872" y1="60289" x2="59347" y2="61065"/>
                        <a14:backgroundMark x1="62627" y1="62094" x2="64455" y2="61462"/>
                        <a14:backgroundMark x1="66383" y1="63472" x2="68923" y2="64892"/>
                        <a14:backgroundMark x1="44821" y1="53610" x2="49221" y2="53971"/>
                        <a14:backgroundMark x1="55044" y1="54783" x2="60664" y2="54332"/>
                        <a14:backgroundMark x1="60664" y1="54332" x2="67434" y2="55596"/>
                        <a14:backgroundMark x1="67434" y1="55596" x2="67502" y2="55686"/>
                        <a14:backgroundMark x1="60731" y1="53610" x2="67908" y2="51986"/>
                        <a14:backgroundMark x1="67231" y1="55415" x2="71090" y2="52166"/>
                        <a14:backgroundMark x1="67637" y1="55505" x2="70074" y2="52888"/>
                        <a14:backgroundMark x1="62153" y1="53339" x2="67366" y2="53971"/>
                        <a14:backgroundMark x1="67366" y1="53971" x2="67366" y2="54061"/>
                        <a14:backgroundMark x1="69533" y1="53881" x2="75491" y2="45939"/>
                        <a14:backgroundMark x1="41842" y1="36552" x2="81517" y2="34747"/>
                        <a14:backgroundMark x1="81517" y1="34747" x2="85173" y2="34747"/>
                        <a14:backgroundMark x1="74678" y1="48556" x2="68585" y2="54332"/>
                        <a14:backgroundMark x1="74137" y1="49819" x2="68382" y2="54422"/>
                        <a14:backgroundMark x1="68382" y1="54422" x2="77048" y2="471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190" t="44236" r="14849" b="33873"/>
          <a:stretch>
            <a:fillRect/>
          </a:stretch>
        </p:blipFill>
        <p:spPr>
          <a:xfrm rot="3889117">
            <a:off x="7201056" y="2807825"/>
            <a:ext cx="6578600" cy="1501246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01AC68A-4B31-B67F-09C7-4A7AF7B00CD6}"/>
              </a:ext>
            </a:extLst>
          </p:cNvPr>
          <p:cNvCxnSpPr/>
          <p:nvPr/>
        </p:nvCxnSpPr>
        <p:spPr>
          <a:xfrm>
            <a:off x="7705312" y="3950012"/>
            <a:ext cx="2080112" cy="18878"/>
          </a:xfrm>
          <a:prstGeom prst="straightConnector1">
            <a:avLst/>
          </a:prstGeom>
          <a:ln w="76200"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01532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804BE-1C9E-0A9B-E623-9165D7744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b="1"/>
              <a:t>網頁對戰畫面與魔杖</a:t>
            </a:r>
            <a:endParaRPr lang="en-US" b="1"/>
          </a:p>
        </p:txBody>
      </p:sp>
      <p:pic>
        <p:nvPicPr>
          <p:cNvPr id="4" name="Content Placeholder 3" descr="A screenshot of a game&#10;&#10;AI-generated content may be incorrect.">
            <a:extLst>
              <a:ext uri="{FF2B5EF4-FFF2-40B4-BE49-F238E27FC236}">
                <a16:creationId xmlns:a16="http://schemas.microsoft.com/office/drawing/2014/main" id="{A3D9AC9C-B242-C17A-B08E-AD58EEF6EB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2629" y="2687058"/>
            <a:ext cx="6092272" cy="2398505"/>
          </a:xfrm>
          <a:prstGeom prst="rect">
            <a:avLst/>
          </a:prstGeom>
        </p:spPr>
      </p:pic>
      <p:pic>
        <p:nvPicPr>
          <p:cNvPr id="6" name="圖片 12" descr="一張含有 牆, 人員, 室內, 服裝 的圖片&#10;&#10;AI 產生的內容可能不正確。">
            <a:extLst>
              <a:ext uri="{FF2B5EF4-FFF2-40B4-BE49-F238E27FC236}">
                <a16:creationId xmlns:a16="http://schemas.microsoft.com/office/drawing/2014/main" id="{D12DDD0F-7CB3-91A4-802B-1EF0E2E12A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5206" y1="57762" x2="89438" y2="65343"/>
                        <a14:foregroundMark x1="89714" y1="59279" x2="89844" y2="56408"/>
                        <a14:foregroundMark x1="89438" y1="65343" x2="89643" y2="60831"/>
                        <a14:foregroundMark x1="89844" y1="56408" x2="84424" y2="53624"/>
                        <a14:foregroundMark x1="77408" y1="60241" x2="76845" y2="60921"/>
                        <a14:foregroundMark x1="76845" y1="60921" x2="76303" y2="61191"/>
                        <a14:foregroundMark x1="75762" y1="65704" x2="80907" y2="67780"/>
                        <a14:foregroundMark x1="80907" y1="67780" x2="81043" y2="67780"/>
                        <a14:backgroundMark x1="40352" y1="51715" x2="54367" y2="53339"/>
                        <a14:backgroundMark x1="42789" y1="14440" x2="40487" y2="45036"/>
                        <a14:backgroundMark x1="83819" y1="50993" x2="79756" y2="57581"/>
                        <a14:backgroundMark x1="79756" y1="57581" x2="77048" y2="59747"/>
                        <a14:backgroundMark x1="89980" y1="59386" x2="89641" y2="60830"/>
                        <a14:backgroundMark x1="90183" y1="58394" x2="90386" y2="58484"/>
                        <a14:backgroundMark x1="89100" y1="50090" x2="91469" y2="5261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1478" t="45390" r="-2328" b="30671"/>
          <a:stretch>
            <a:fillRect/>
          </a:stretch>
        </p:blipFill>
        <p:spPr>
          <a:xfrm rot="4578982">
            <a:off x="7221020" y="2960593"/>
            <a:ext cx="7576193" cy="1920355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B2D0B74-34D6-E141-6B5B-1EDC4780753A}"/>
              </a:ext>
            </a:extLst>
          </p:cNvPr>
          <p:cNvCxnSpPr/>
          <p:nvPr/>
        </p:nvCxnSpPr>
        <p:spPr>
          <a:xfrm>
            <a:off x="7705312" y="3950012"/>
            <a:ext cx="2080112" cy="18878"/>
          </a:xfrm>
          <a:prstGeom prst="straightConnector1">
            <a:avLst/>
          </a:prstGeom>
          <a:ln w="76200"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11478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4C3CC-81C3-BB43-131C-C0A7C9DB1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129" y="310696"/>
            <a:ext cx="10515600" cy="1325563"/>
          </a:xfrm>
        </p:spPr>
        <p:txBody>
          <a:bodyPr/>
          <a:lstStyle/>
          <a:p>
            <a:r>
              <a:rPr lang="en-US" altLang="ja-JP" b="1"/>
              <a:t>D</a:t>
            </a:r>
            <a:r>
              <a:rPr lang="en-US" b="1"/>
              <a:t>emo—Renesas MCU</a:t>
            </a:r>
          </a:p>
        </p:txBody>
      </p:sp>
      <p:pic>
        <p:nvPicPr>
          <p:cNvPr id="5" name="內容版面配置區 4" descr="一張含有 室內, 人員, 牆, 電腦 的圖片&#10;&#10;AI 產生的內容可能不正確。">
            <a:extLst>
              <a:ext uri="{FF2B5EF4-FFF2-40B4-BE49-F238E27FC236}">
                <a16:creationId xmlns:a16="http://schemas.microsoft.com/office/drawing/2014/main" id="{E3FC8782-B300-5858-66E5-9684FEAA93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28" b="89982" l="3114" r="89980">
                        <a14:foregroundMark x1="45646" y1="51780" x2="40217" y2="53339"/>
                        <a14:foregroundMark x1="40217" y1="53339" x2="28260" y2="63136"/>
                        <a14:foregroundMark x1="4151" y1="80913" x2="609" y2="76264"/>
                        <a14:foregroundMark x1="609" y1="76264" x2="3114" y2="63448"/>
                        <a14:foregroundMark x1="19712" y1="53710" x2="22343" y2="52166"/>
                        <a14:foregroundMark x1="3114" y1="63448" x2="7352" y2="60961"/>
                        <a14:foregroundMark x1="22343" y1="52166" x2="28910" y2="41155"/>
                        <a14:foregroundMark x1="28910" y1="41155" x2="34800" y2="39079"/>
                        <a14:foregroundMark x1="68340" y1="49566" x2="60826" y2="50716"/>
                        <a14:foregroundMark x1="43805" y1="42780" x2="52945" y2="45758"/>
                        <a14:foregroundMark x1="52945" y1="45758" x2="53335" y2="45725"/>
                        <a14:foregroundMark x1="67149" y1="48960" x2="63304" y2="50632"/>
                        <a14:foregroundMark x1="63304" y1="50632" x2="43399" y2="50993"/>
                        <a14:foregroundMark x1="54232" y1="46751" x2="57549" y2="48375"/>
                        <a14:foregroundMark x1="79215" y1="70758" x2="79215" y2="70758"/>
                        <a14:backgroundMark x1="15885" y1="54355" x2="18890" y2="42419"/>
                        <a14:backgroundMark x1="18890" y1="42419" x2="17468" y2="26444"/>
                        <a14:backgroundMark x1="17468" y1="26444" x2="9614" y2="23646"/>
                        <a14:backgroundMark x1="9614" y1="23646" x2="2776" y2="41155"/>
                        <a14:backgroundMark x1="2776" y1="41155" x2="1896" y2="54332"/>
                        <a14:backgroundMark x1="1896" y1="54332" x2="3385" y2="58664"/>
                        <a14:backgroundMark x1="69825" y1="51386" x2="76168" y2="51625"/>
                        <a14:backgroundMark x1="53487" y1="56679" x2="53555" y2="66155"/>
                        <a14:backgroundMark x1="53555" y1="66155" x2="68517" y2="65253"/>
                        <a14:backgroundMark x1="68517" y1="65253" x2="67434" y2="55866"/>
                        <a14:backgroundMark x1="67434" y1="55866" x2="60960" y2="52743"/>
                        <a14:backgroundMark x1="47614" y1="54282" x2="38886" y2="57064"/>
                        <a14:backgroundMark x1="29231" y1="64975" x2="23900" y2="70126"/>
                        <a14:backgroundMark x1="23900" y1="70126" x2="22443" y2="70537"/>
                        <a14:backgroundMark x1="8143" y1="82253" x2="7786" y2="89801"/>
                        <a14:backgroundMark x1="7786" y1="89801" x2="31821" y2="88989"/>
                        <a14:backgroundMark x1="31821" y1="88989" x2="57211" y2="59928"/>
                        <a14:backgroundMark x1="57211" y1="59928" x2="64116" y2="70126"/>
                        <a14:backgroundMark x1="64116" y1="70126" x2="68179" y2="62094"/>
                        <a14:backgroundMark x1="68179" y1="62094" x2="63981" y2="55686"/>
                        <a14:backgroundMark x1="63981" y1="55686" x2="54484" y2="54560"/>
                        <a14:backgroundMark x1="72527" y1="49014" x2="76642" y2="50722"/>
                        <a14:backgroundMark x1="48003" y1="38177" x2="57007" y2="42419"/>
                        <a14:backgroundMark x1="41391" y1="38668" x2="34936" y2="33484"/>
                        <a14:backgroundMark x1="34936" y1="33484" x2="36290" y2="13448"/>
                        <a14:backgroundMark x1="36290" y1="13448" x2="47529" y2="18592"/>
                        <a14:backgroundMark x1="47529" y1="18592" x2="48747" y2="19675"/>
                        <a14:backgroundMark x1="35613" y1="61372" x2="10494" y2="75542"/>
                        <a14:backgroundMark x1="10494" y1="75542" x2="4333" y2="83935"/>
                        <a14:backgroundMark x1="23358" y1="45668" x2="14827" y2="56949"/>
                        <a14:backgroundMark x1="14827" y1="56949" x2="3047" y2="59928"/>
                        <a14:backgroundMark x1="32363" y1="38357" x2="44465" y2="41610"/>
                        <a14:backgroundMark x1="69570" y1="47859" x2="71293" y2="48736"/>
                        <a14:backgroundMark x1="71293" y1="48736" x2="74340" y2="48375"/>
                        <a14:backgroundMark x1="44888" y1="53610" x2="47106" y2="52880"/>
                        <a14:backgroundMark x1="60011" y1="52646" x2="61544" y2="52798"/>
                        <a14:backgroundMark x1="54028" y1="44404" x2="74543" y2="48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7088" r="30970" b="12544"/>
          <a:stretch>
            <a:fillRect/>
          </a:stretch>
        </p:blipFill>
        <p:spPr>
          <a:xfrm>
            <a:off x="1245031" y="2829431"/>
            <a:ext cx="3288482" cy="1800012"/>
          </a:xfrm>
        </p:spPr>
      </p:pic>
      <p:pic>
        <p:nvPicPr>
          <p:cNvPr id="7" name="圖片 6" descr="一張含有 室內, 人員, 電子產品, 筆記型電腦 的圖片&#10;&#10;AI 產生的內容可能不正確。">
            <a:extLst>
              <a:ext uri="{FF2B5EF4-FFF2-40B4-BE49-F238E27FC236}">
                <a16:creationId xmlns:a16="http://schemas.microsoft.com/office/drawing/2014/main" id="{27202B5B-442C-8865-677F-4FB0C943A1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686" b="89982" l="9953" r="89980">
                        <a14:foregroundMark x1="14286" y1="11372" x2="24171" y2="5686"/>
                        <a14:foregroundMark x1="24171" y1="5686" x2="36561" y2="12635"/>
                        <a14:foregroundMark x1="26202" y1="9386" x2="20515" y2="9386"/>
                        <a14:foregroundMark x1="41699" y1="56968" x2="41435" y2="60469"/>
                        <a14:foregroundMark x1="42536" y1="45861" x2="42444" y2="47089"/>
                        <a14:foregroundMark x1="42925" y1="40704" x2="42570" y2="45413"/>
                        <a14:foregroundMark x1="41435" y1="60469" x2="42028" y2="67008"/>
                        <a14:foregroundMark x1="43850" y1="73662" x2="44753" y2="76354"/>
                        <a14:foregroundMark x1="45766" y1="69463" x2="45865" y2="68786"/>
                        <a14:foregroundMark x1="44753" y1="76354" x2="45251" y2="72966"/>
                        <a14:foregroundMark x1="42925" y1="48014" x2="41706" y2="54783"/>
                        <a14:foregroundMark x1="41706" y1="54783" x2="42045" y2="59657"/>
                        <a14:foregroundMark x1="45933" y1="68805" x2="45904" y2="69404"/>
                        <a14:foregroundMark x1="47055" y1="45578" x2="46023" y2="66942"/>
                        <a14:backgroundMark x1="11848" y1="33123" x2="31347" y2="21661"/>
                        <a14:backgroundMark x1="31347" y1="21661" x2="40758" y2="42690"/>
                        <a14:backgroundMark x1="40647" y1="54450" x2="40643" y2="54914"/>
                        <a14:backgroundMark x1="40758" y1="42690" x2="40683" y2="50601"/>
                        <a14:backgroundMark x1="41638" y1="67058" x2="42316" y2="76444"/>
                        <a14:backgroundMark x1="42316" y1="76444" x2="44685" y2="79061"/>
                        <a14:backgroundMark x1="49357" y1="53069" x2="48288" y2="55883"/>
                        <a14:backgroundMark x1="46136" y1="69424" x2="45972" y2="72383"/>
                        <a14:backgroundMark x1="50711" y1="35228" x2="52336" y2="24007"/>
                        <a14:backgroundMark x1="48572" y1="50002" x2="50344" y2="37763"/>
                        <a14:backgroundMark x1="52336" y1="24007" x2="50914" y2="16968"/>
                        <a14:backgroundMark x1="62153" y1="14440" x2="74204" y2="68412"/>
                        <a14:backgroundMark x1="63033" y1="20939" x2="63304" y2="78249"/>
                        <a14:backgroundMark x1="63304" y1="78249" x2="66689" y2="86191"/>
                        <a14:backgroundMark x1="66351" y1="11191" x2="67095" y2="23195"/>
                        <a14:backgroundMark x1="67095" y1="23195" x2="76506" y2="44765"/>
                        <a14:backgroundMark x1="76506" y1="44765" x2="85037" y2="51083"/>
                        <a14:backgroundMark x1="85037" y1="51083" x2="85173" y2="51083"/>
                        <a14:backgroundMark x1="48951" y1="54061" x2="50711" y2="62635"/>
                        <a14:backgroundMark x1="50711" y1="62635" x2="46716" y2="69495"/>
                        <a14:backgroundMark x1="46716" y1="69495" x2="46649" y2="73014"/>
                        <a14:backgroundMark x1="49628" y1="33574" x2="48544" y2="53700"/>
                        <a14:backgroundMark x1="48544" y1="53700" x2="50643" y2="62816"/>
                        <a14:backgroundMark x1="50643" y1="62816" x2="57143" y2="45939"/>
                        <a14:backgroundMark x1="57143" y1="45939" x2="60934" y2="61282"/>
                        <a14:backgroundMark x1="53216" y1="34296" x2="52742" y2="61823"/>
                        <a14:backgroundMark x1="52674" y1="55866" x2="59580" y2="71931"/>
                        <a14:backgroundMark x1="59580" y1="71931" x2="59851" y2="72202"/>
                        <a14:backgroundMark x1="61273" y1="59838" x2="52877" y2="75361"/>
                        <a14:backgroundMark x1="53487" y1="61733" x2="54028" y2="73285"/>
                        <a14:backgroundMark x1="51794" y1="62455" x2="55789" y2="72744"/>
                        <a14:backgroundMark x1="40149" y1="37726" x2="40894" y2="46119"/>
                        <a14:backgroundMark x1="39201" y1="9838" x2="45362" y2="16426"/>
                        <a14:backgroundMark x1="45362" y1="16426" x2="66148" y2="22022"/>
                        <a14:backgroundMark x1="66148" y1="22022" x2="73257" y2="18773"/>
                        <a14:backgroundMark x1="73257" y1="18773" x2="67976" y2="6949"/>
                        <a14:backgroundMark x1="67976" y1="6949" x2="55044" y2="5686"/>
                        <a14:backgroundMark x1="55044" y1="5686" x2="46784" y2="7852"/>
                        <a14:backgroundMark x1="46784" y1="7852" x2="55315" y2="17238"/>
                        <a14:backgroundMark x1="27150" y1="27166" x2="26540" y2="68592"/>
                        <a14:backgroundMark x1="30806" y1="23014" x2="14489" y2="32310"/>
                        <a14:backgroundMark x1="30738" y1="22292" x2="25051" y2="21390"/>
                        <a14:backgroundMark x1="25051" y1="21390" x2="12932" y2="317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311" t="3183" r="47567" b="18118"/>
          <a:stretch>
            <a:fillRect/>
          </a:stretch>
        </p:blipFill>
        <p:spPr>
          <a:xfrm>
            <a:off x="7550077" y="2405900"/>
            <a:ext cx="2929981" cy="383356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A392CED-585A-95D1-8F3F-7945E896C9DA}"/>
              </a:ext>
            </a:extLst>
          </p:cNvPr>
          <p:cNvSpPr txBox="1"/>
          <p:nvPr/>
        </p:nvSpPr>
        <p:spPr>
          <a:xfrm>
            <a:off x="1042337" y="1716674"/>
            <a:ext cx="401509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TW" sz="2400" b="1">
                <a:solidFill>
                  <a:schemeClr val="bg1"/>
                </a:solidFill>
              </a:rPr>
              <a:t>D</a:t>
            </a:r>
            <a:r>
              <a:rPr lang="en-US" sz="2400" b="1">
                <a:solidFill>
                  <a:schemeClr val="bg1"/>
                </a:solidFill>
              </a:rPr>
              <a:t>own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51A22321-E725-D912-90C8-A06FC4225077}"/>
              </a:ext>
            </a:extLst>
          </p:cNvPr>
          <p:cNvSpPr/>
          <p:nvPr/>
        </p:nvSpPr>
        <p:spPr>
          <a:xfrm>
            <a:off x="4780099" y="3250833"/>
            <a:ext cx="2271004" cy="302190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7994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12775-7FE8-AF66-ED55-57A4D4325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1E4AE-F7E2-CEAA-4E28-BFB109B6F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129" y="310696"/>
            <a:ext cx="10515600" cy="1325563"/>
          </a:xfrm>
        </p:spPr>
        <p:txBody>
          <a:bodyPr/>
          <a:lstStyle/>
          <a:p>
            <a:r>
              <a:rPr lang="en-US" altLang="ja-JP" b="1"/>
              <a:t>D</a:t>
            </a:r>
            <a:r>
              <a:rPr lang="en-US" b="1"/>
              <a:t>emo—Renesas MCU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45FF74-C3E3-508E-3E33-32FF3738C6A8}"/>
              </a:ext>
            </a:extLst>
          </p:cNvPr>
          <p:cNvSpPr txBox="1"/>
          <p:nvPr/>
        </p:nvSpPr>
        <p:spPr>
          <a:xfrm>
            <a:off x="1042337" y="1716674"/>
            <a:ext cx="401509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>
                <a:solidFill>
                  <a:schemeClr val="bg1"/>
                </a:solidFill>
              </a:rPr>
              <a:t>shake</a:t>
            </a:r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B5FD69AD-7409-4A99-B433-73C3A2AEF0C3}"/>
              </a:ext>
            </a:extLst>
          </p:cNvPr>
          <p:cNvSpPr/>
          <p:nvPr/>
        </p:nvSpPr>
        <p:spPr>
          <a:xfrm>
            <a:off x="4108813" y="3405047"/>
            <a:ext cx="2271004" cy="302190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一張含有 室內, 人員, 牆, 電腦 的圖片&#10;&#10;AI 產生的內容可能不正確。">
            <a:extLst>
              <a:ext uri="{FF2B5EF4-FFF2-40B4-BE49-F238E27FC236}">
                <a16:creationId xmlns:a16="http://schemas.microsoft.com/office/drawing/2014/main" id="{4D1D4581-2B4A-54AD-15E1-7CEEA8653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534" y="2936421"/>
            <a:ext cx="2505075" cy="1257300"/>
          </a:xfrm>
          <a:prstGeom prst="rect">
            <a:avLst/>
          </a:prstGeom>
        </p:spPr>
      </p:pic>
      <p:pic>
        <p:nvPicPr>
          <p:cNvPr id="9" name="Content Placeholder 8" descr="一張含有 室內, 人員, 電子產品, 電腦硬體 的圖片&#10;&#10;AI 產生的內容可能不正確。">
            <a:extLst>
              <a:ext uri="{FF2B5EF4-FFF2-40B4-BE49-F238E27FC236}">
                <a16:creationId xmlns:a16="http://schemas.microsoft.com/office/drawing/2014/main" id="{92E68406-D5E3-4259-55EB-927DFFF1AF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843259" y="2898321"/>
            <a:ext cx="2714625" cy="13335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BA94078-0621-C967-CFC1-6DD489B145BE}"/>
              </a:ext>
            </a:extLst>
          </p:cNvPr>
          <p:cNvSpPr txBox="1"/>
          <p:nvPr/>
        </p:nvSpPr>
        <p:spPr>
          <a:xfrm>
            <a:off x="10411014" y="3108207"/>
            <a:ext cx="158902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600">
                <a:solidFill>
                  <a:schemeClr val="bg1"/>
                </a:solidFill>
              </a:rPr>
              <a:t>x2</a:t>
            </a:r>
          </a:p>
        </p:txBody>
      </p:sp>
    </p:spTree>
    <p:extLst>
      <p:ext uri="{BB962C8B-B14F-4D97-AF65-F5344CB8AC3E}">
        <p14:creationId xmlns:p14="http://schemas.microsoft.com/office/powerpoint/2010/main" val="3538937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85B650-714C-A5AB-AE02-42EBA0896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</a:rPr>
              <a:t>Demo—Renesas MCU</a:t>
            </a:r>
            <a:endParaRPr lang="en-US">
              <a:ea typeface="+mj-lt"/>
            </a:endParaRPr>
          </a:p>
        </p:txBody>
      </p:sp>
      <p:pic>
        <p:nvPicPr>
          <p:cNvPr id="5" name="內容版面配置區 4" descr="一張含有 室內, 人員, 電子產品, 筆記型電腦 的圖片&#10;&#10;AI 產生的內容可能不正確。">
            <a:extLst>
              <a:ext uri="{FF2B5EF4-FFF2-40B4-BE49-F238E27FC236}">
                <a16:creationId xmlns:a16="http://schemas.microsoft.com/office/drawing/2014/main" id="{4BF41E39-0D6C-0AE1-2B1A-063C8E80F0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28" b="89982" l="1828" r="89980">
                        <a14:foregroundMark x1="60867" y1="38267" x2="63795" y2="39053"/>
                        <a14:foregroundMark x1="71732" y1="43103" x2="58226" y2="42599"/>
                        <a14:foregroundMark x1="58226" y1="42599" x2="57617" y2="42329"/>
                        <a14:foregroundMark x1="51388" y1="40523" x2="54773" y2="43502"/>
                        <a14:foregroundMark x1="74069" y1="43231" x2="83412" y2="45848"/>
                        <a14:foregroundMark x1="83412" y1="45848" x2="72309" y2="44946"/>
                        <a14:foregroundMark x1="72309" y1="44946" x2="72038" y2="44856"/>
                        <a14:foregroundMark x1="81178" y1="47292" x2="83074" y2="46390"/>
                        <a14:foregroundMark x1="83548" y1="47563" x2="85105" y2="47744"/>
                        <a14:foregroundMark x1="9479" y1="48646" x2="4672" y2="58574"/>
                        <a14:foregroundMark x1="4672" y1="58574" x2="1828" y2="58845"/>
                        <a14:backgroundMark x1="49628" y1="30596" x2="59309" y2="31498"/>
                        <a14:backgroundMark x1="59309" y1="31498" x2="66757" y2="39260"/>
                        <a14:backgroundMark x1="83895" y1="44972" x2="87068" y2="46029"/>
                        <a14:backgroundMark x1="66757" y1="39260" x2="74782" y2="41934"/>
                        <a14:backgroundMark x1="83316" y1="48022" x2="77725" y2="50993"/>
                        <a14:backgroundMark x1="87068" y1="46029" x2="85569" y2="46826"/>
                        <a14:backgroundMark x1="77725" y1="50993" x2="66960" y2="47112"/>
                        <a14:backgroundMark x1="66960" y1="47112" x2="55112" y2="47292"/>
                        <a14:backgroundMark x1="55112" y1="47292" x2="51185" y2="49097"/>
                        <a14:backgroundMark x1="8463" y1="64440" x2="53555" y2="50000"/>
                        <a14:backgroundMark x1="4062" y1="66245" x2="41165" y2="60469"/>
                        <a14:backgroundMark x1="41165" y1="60469" x2="37576" y2="70848"/>
                        <a14:backgroundMark x1="37576" y1="70848" x2="17468" y2="8637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19" y="1814338"/>
            <a:ext cx="4303689" cy="3226481"/>
          </a:xfrm>
        </p:spPr>
      </p:pic>
      <p:pic>
        <p:nvPicPr>
          <p:cNvPr id="6" name="內容版面配置區 4" descr="一張含有 室內, 人員, 牆, 電腦 的圖片&#10;&#10;AI 產生的內容可能不正確。">
            <a:extLst>
              <a:ext uri="{FF2B5EF4-FFF2-40B4-BE49-F238E27FC236}">
                <a16:creationId xmlns:a16="http://schemas.microsoft.com/office/drawing/2014/main" id="{7234703D-C41F-A647-F1C3-2F35D94512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28" b="89982" l="3114" r="89980">
                        <a14:foregroundMark x1="45646" y1="51780" x2="40217" y2="53339"/>
                        <a14:foregroundMark x1="40217" y1="53339" x2="28260" y2="63136"/>
                        <a14:foregroundMark x1="4151" y1="80913" x2="609" y2="76264"/>
                        <a14:foregroundMark x1="609" y1="76264" x2="3114" y2="63448"/>
                        <a14:foregroundMark x1="19712" y1="53710" x2="22343" y2="52166"/>
                        <a14:foregroundMark x1="3114" y1="63448" x2="7352" y2="60961"/>
                        <a14:foregroundMark x1="22343" y1="52166" x2="28910" y2="41155"/>
                        <a14:foregroundMark x1="28910" y1="41155" x2="34800" y2="39079"/>
                        <a14:foregroundMark x1="68340" y1="49566" x2="60826" y2="50716"/>
                        <a14:foregroundMark x1="43805" y1="42780" x2="52945" y2="45758"/>
                        <a14:foregroundMark x1="52945" y1="45758" x2="53335" y2="45725"/>
                        <a14:foregroundMark x1="67149" y1="48960" x2="63304" y2="50632"/>
                        <a14:foregroundMark x1="63304" y1="50632" x2="43399" y2="50993"/>
                        <a14:foregroundMark x1="54232" y1="46751" x2="57549" y2="48375"/>
                        <a14:foregroundMark x1="79215" y1="70758" x2="79215" y2="70758"/>
                        <a14:backgroundMark x1="15885" y1="54355" x2="18890" y2="42419"/>
                        <a14:backgroundMark x1="18890" y1="42419" x2="17468" y2="26444"/>
                        <a14:backgroundMark x1="17468" y1="26444" x2="9614" y2="23646"/>
                        <a14:backgroundMark x1="9614" y1="23646" x2="2776" y2="41155"/>
                        <a14:backgroundMark x1="2776" y1="41155" x2="1896" y2="54332"/>
                        <a14:backgroundMark x1="1896" y1="54332" x2="3385" y2="58664"/>
                        <a14:backgroundMark x1="69825" y1="51386" x2="76168" y2="51625"/>
                        <a14:backgroundMark x1="53487" y1="56679" x2="53555" y2="66155"/>
                        <a14:backgroundMark x1="53555" y1="66155" x2="68517" y2="65253"/>
                        <a14:backgroundMark x1="68517" y1="65253" x2="67434" y2="55866"/>
                        <a14:backgroundMark x1="67434" y1="55866" x2="60960" y2="52743"/>
                        <a14:backgroundMark x1="47614" y1="54282" x2="38886" y2="57064"/>
                        <a14:backgroundMark x1="29231" y1="64975" x2="23900" y2="70126"/>
                        <a14:backgroundMark x1="23900" y1="70126" x2="22443" y2="70537"/>
                        <a14:backgroundMark x1="8143" y1="82253" x2="7786" y2="89801"/>
                        <a14:backgroundMark x1="7786" y1="89801" x2="31821" y2="88989"/>
                        <a14:backgroundMark x1="31821" y1="88989" x2="57211" y2="59928"/>
                        <a14:backgroundMark x1="57211" y1="59928" x2="64116" y2="70126"/>
                        <a14:backgroundMark x1="64116" y1="70126" x2="68179" y2="62094"/>
                        <a14:backgroundMark x1="68179" y1="62094" x2="63981" y2="55686"/>
                        <a14:backgroundMark x1="63981" y1="55686" x2="54484" y2="54560"/>
                        <a14:backgroundMark x1="72527" y1="49014" x2="76642" y2="50722"/>
                        <a14:backgroundMark x1="48003" y1="38177" x2="57007" y2="42419"/>
                        <a14:backgroundMark x1="41391" y1="38668" x2="34936" y2="33484"/>
                        <a14:backgroundMark x1="34936" y1="33484" x2="36290" y2="13448"/>
                        <a14:backgroundMark x1="36290" y1="13448" x2="47529" y2="18592"/>
                        <a14:backgroundMark x1="47529" y1="18592" x2="48747" y2="19675"/>
                        <a14:backgroundMark x1="35613" y1="61372" x2="10494" y2="75542"/>
                        <a14:backgroundMark x1="10494" y1="75542" x2="4333" y2="83935"/>
                        <a14:backgroundMark x1="23358" y1="45668" x2="14827" y2="56949"/>
                        <a14:backgroundMark x1="14827" y1="56949" x2="3047" y2="59928"/>
                        <a14:backgroundMark x1="32363" y1="38357" x2="44465" y2="41610"/>
                        <a14:backgroundMark x1="69570" y1="47859" x2="71293" y2="48736"/>
                        <a14:backgroundMark x1="71293" y1="48736" x2="74340" y2="48375"/>
                        <a14:backgroundMark x1="44888" y1="53610" x2="47106" y2="52880"/>
                        <a14:backgroundMark x1="60011" y1="52646" x2="61544" y2="52798"/>
                        <a14:backgroundMark x1="54028" y1="44404" x2="74543" y2="482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903" t="37089" r="30969" b="25598"/>
          <a:stretch>
            <a:fillRect/>
          </a:stretch>
        </p:blipFill>
        <p:spPr>
          <a:xfrm>
            <a:off x="1003324" y="2925395"/>
            <a:ext cx="3484091" cy="17388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2745DCD-895E-6BC3-FF65-C301CD65E5FD}"/>
              </a:ext>
            </a:extLst>
          </p:cNvPr>
          <p:cNvSpPr txBox="1"/>
          <p:nvPr/>
        </p:nvSpPr>
        <p:spPr>
          <a:xfrm>
            <a:off x="916214" y="1941286"/>
            <a:ext cx="60960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FFFFFF"/>
                </a:solidFill>
                <a:latin typeface="Noto Sans TC"/>
              </a:rPr>
              <a:t>punch</a:t>
            </a:r>
            <a:endParaRPr lang="en-US" sz="2400">
              <a:solidFill>
                <a:srgbClr val="FFFFFF"/>
              </a:solidFill>
            </a:endParaRPr>
          </a:p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476B824F-244A-C724-1921-BCD2534FA4F8}"/>
              </a:ext>
            </a:extLst>
          </p:cNvPr>
          <p:cNvSpPr/>
          <p:nvPr/>
        </p:nvSpPr>
        <p:spPr>
          <a:xfrm>
            <a:off x="4680313" y="3278047"/>
            <a:ext cx="1690434" cy="302190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2747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383B94-8BBF-13BF-2620-DFE40FA8D0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42764" y="2920192"/>
            <a:ext cx="4906471" cy="1017616"/>
          </a:xfrm>
        </p:spPr>
        <p:txBody>
          <a:bodyPr/>
          <a:lstStyle/>
          <a:p>
            <a:r>
              <a:rPr lang="zh-TW" altLang="en-US" b="1"/>
              <a:t>實體 </a:t>
            </a:r>
            <a:r>
              <a:rPr lang="en-US" altLang="zh-TW" b="1">
                <a:solidFill>
                  <a:srgbClr val="FFC000"/>
                </a:solidFill>
              </a:rPr>
              <a:t>DEMO</a:t>
            </a:r>
            <a:endParaRPr lang="zh-TW" altLang="en-US" b="1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71302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6533A-CCED-0151-E8BA-ECC37DA87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1"/>
              <a:t>團隊貢獻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272EE-103F-6E35-E559-E4E03C0A4E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TW"/>
              <a:t>Edge Impulse</a:t>
            </a:r>
            <a:r>
              <a:rPr lang="zh-TW" altLang="en-US"/>
              <a:t>模型訓練：</a:t>
            </a:r>
            <a:r>
              <a:rPr lang="ja-JP" altLang="en-US"/>
              <a:t>林柏彣</a:t>
            </a:r>
            <a:endParaRPr lang="en-US" altLang="ja-JP"/>
          </a:p>
          <a:p>
            <a:r>
              <a:rPr lang="zh-TW" altLang="en-US"/>
              <a:t>模型部署與測試：</a:t>
            </a:r>
            <a:r>
              <a:rPr lang="ja-JP" altLang="en-US"/>
              <a:t>林柏彣</a:t>
            </a:r>
            <a:endParaRPr lang="en-US" altLang="zh-TW"/>
          </a:p>
          <a:p>
            <a:r>
              <a:rPr lang="zh-TW" altLang="en-US"/>
              <a:t>整合</a:t>
            </a:r>
            <a:r>
              <a:rPr lang="ja-JP" altLang="en-US"/>
              <a:t>樹梅派</a:t>
            </a:r>
            <a:r>
              <a:rPr lang="zh-TW" altLang="en-US"/>
              <a:t>、</a:t>
            </a:r>
            <a:r>
              <a:rPr lang="ja-JP" altLang="en-US"/>
              <a:t>魔杖</a:t>
            </a:r>
            <a:r>
              <a:rPr lang="zh-TW" altLang="en-US"/>
              <a:t>、</a:t>
            </a:r>
            <a:r>
              <a:rPr lang="en-US" altLang="zh-TW"/>
              <a:t>LED</a:t>
            </a:r>
            <a:r>
              <a:rPr lang="zh-TW" altLang="en-US"/>
              <a:t>燈條：</a:t>
            </a:r>
            <a:r>
              <a:rPr lang="ja-JP" altLang="en-US"/>
              <a:t>林柏彣</a:t>
            </a:r>
            <a:r>
              <a:rPr lang="zh-TW" altLang="en-US"/>
              <a:t>、簡惠心</a:t>
            </a:r>
            <a:endParaRPr lang="en-US" altLang="zh-TW"/>
          </a:p>
          <a:p>
            <a:r>
              <a:rPr lang="en-US" altLang="zh-TW"/>
              <a:t>WIFI</a:t>
            </a:r>
            <a:r>
              <a:rPr lang="zh-TW" altLang="en-US"/>
              <a:t>、網頁與互動整合：簡惠心</a:t>
            </a:r>
            <a:endParaRPr lang="en-US" altLang="zh-TW"/>
          </a:p>
          <a:p>
            <a:r>
              <a:rPr lang="en-US"/>
              <a:t>Renesas MCU</a:t>
            </a:r>
            <a:r>
              <a:rPr lang="zh-TW" altLang="en-US"/>
              <a:t>開發：簡惠心</a:t>
            </a:r>
            <a:endParaRPr lang="en-US" altLang="zh-TW"/>
          </a:p>
          <a:p>
            <a:r>
              <a:rPr lang="en-US" altLang="zh-TW"/>
              <a:t>Reality AI Tool</a:t>
            </a:r>
            <a:r>
              <a:rPr lang="zh-TW" altLang="en-US"/>
              <a:t> 模型訓練：簡惠心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708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紫蘿蘭色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自訂 6">
      <a:majorFont>
        <a:latin typeface="Noto Sans TC Black"/>
        <a:ea typeface="微軟正黑體"/>
        <a:cs typeface=""/>
      </a:majorFont>
      <a:minorFont>
        <a:latin typeface="Noto Sans TC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21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佈景主題</vt:lpstr>
      <vt:lpstr>具 Edge AI 與 IoT 即時通訊的智慧魔杖系統  邊緣魔杖</vt:lpstr>
      <vt:lpstr>目錄</vt:lpstr>
      <vt:lpstr>產品動機—低頭族的聚會</vt:lpstr>
      <vt:lpstr>產品動機—實現童年的哈利波特魔法夢</vt:lpstr>
      <vt:lpstr>PowerPoint Presentation</vt:lpstr>
      <vt:lpstr>產品介紹</vt:lpstr>
      <vt:lpstr>核心技術</vt:lpstr>
      <vt:lpstr>核心技術—Edge Impulse 邊緣 AI 辨識</vt:lpstr>
      <vt:lpstr>實驗流程圖</vt:lpstr>
      <vt:lpstr>核心技術— Renesas MCU &amp; Reality AI Tool</vt:lpstr>
      <vt:lpstr>核心技術—即時網路串接</vt:lpstr>
      <vt:lpstr>Demo—樹梅派</vt:lpstr>
      <vt:lpstr>網頁對戰畫面與魔杖</vt:lpstr>
      <vt:lpstr>網頁對戰畫面與魔杖</vt:lpstr>
      <vt:lpstr>網頁對戰畫面與魔杖</vt:lpstr>
      <vt:lpstr>網頁對戰畫面與魔杖</vt:lpstr>
      <vt:lpstr>Demo—Renesas MCU</vt:lpstr>
      <vt:lpstr>Demo—Renesas MCU</vt:lpstr>
      <vt:lpstr>Demo—Renesas MCU</vt:lpstr>
      <vt:lpstr>實體 DEMO</vt:lpstr>
      <vt:lpstr>團隊貢獻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惠心 簡</dc:creator>
  <cp:revision>1</cp:revision>
  <dcterms:created xsi:type="dcterms:W3CDTF">2025-12-22T06:10:29Z</dcterms:created>
  <dcterms:modified xsi:type="dcterms:W3CDTF">2025-12-22T12:44:43Z</dcterms:modified>
</cp:coreProperties>
</file>